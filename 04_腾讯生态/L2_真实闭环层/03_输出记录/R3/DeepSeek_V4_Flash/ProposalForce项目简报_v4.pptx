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64592" cy="219456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02C"/>
                </a:solidFill>
                <a:latin typeface="Microsoft YaHei"/>
              </a:rPr>
              <a:t>ProposalForce 项目简报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</a:rPr>
              <a:t>AI 驱动销售提案创建与管理工具(原名 osalAIX,2027-01-15 更名)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5621"/>
                </a:solidFill>
                <a:latin typeface="Microsoft YaHei"/>
              </a:rPr>
              <a:t>基于《HERB-01 ProposalForce 项目审阅与推进报告》整理 | 2026-08-06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943600"/>
            <a:ext cx="2743200" cy="457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项目概览与当前状态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4A5568"/>
                </a:solidFill>
                <a:latin typeface="Microsoft YaHei"/>
              </a:rPr>
              <a:t>■ 产品定位:面向销售团队的 AI 驱动销售提案工具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• 核心能力:AI 内容生成、实时协作、移动端离线访问、认证安全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• 原名 osalAIX,2027-01-15 团队一致同意更名 ProposalForce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• 项目处于开发中后期(材料至 2027-04-14)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6CB0"/>
                </a:solidFill>
                <a:latin typeface="Microsoft YaHei"/>
              </a:rPr>
              <a:t>已实现核心能力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✔ WebSocket 实时协作:多人在线编辑实时同步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✔ JWT 会话管理:无状态令牌鉴权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✔ MFA 多因子认证:双因子登录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✔ 本地数据云同步:离线编辑上线合并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</a:rPr>
              <a:t>✔ 响应式 UI:桌面/平板自适应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安全优先:三次技术回滚决策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5621"/>
                </a:solidFill>
                <a:latin typeface="Microsoft YaHei"/>
              </a:rPr>
              <a:t>团队共识:安全应是最高优先,用户数据安全高于一切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881360" cy="1371600"/>
          </a:xfrm>
          <a:prstGeom prst="rect">
            <a:avLst/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Microsoft YaHei"/>
              </a:rPr>
              <a:t>本地存储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6596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Microsoft YaHei"/>
              </a:rPr>
              <a:t>风险:未加密存储敏感提案数据</a:t>
            </a:r>
          </a:p>
          <a:p>
            <a:pPr algn="l"/>
            <a:r>
              <a:rPr sz="1400" b="0">
                <a:solidFill>
                  <a:srgbClr val="C05621"/>
                </a:solidFill>
                <a:latin typeface="Microsoft YaHei"/>
              </a:rPr>
              <a:t>处理:PR#6 合并后由 PR#7 回滚,待加密后重做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83280"/>
            <a:ext cx="10881360" cy="1371600"/>
          </a:xfrm>
          <a:prstGeom prst="rect">
            <a:avLst/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Microsoft YaHei"/>
              </a:rPr>
              <a:t>CRDT 并发编辑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52044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Microsoft YaHei"/>
              </a:rPr>
              <a:t>风险:第三方库安全协议存疑、审计不透明</a:t>
            </a:r>
          </a:p>
          <a:p>
            <a:pPr algn="l"/>
            <a:r>
              <a:rPr sz="1400" b="0">
                <a:solidFill>
                  <a:srgbClr val="C05621"/>
                </a:solidFill>
                <a:latin typeface="Microsoft YaHei"/>
              </a:rPr>
              <a:t>处理:PR#8 合并后由 PR#11 回滚,供应链安全不可控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937760"/>
            <a:ext cx="10881360" cy="1371600"/>
          </a:xfrm>
          <a:prstGeom prst="rect">
            <a:avLst/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Microsoft YaHei"/>
              </a:rPr>
              <a:t>AWS Lambda 认证伸缩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507492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Microsoft YaHei"/>
              </a:rPr>
              <a:t>风险:传输层加密不足,数据在途暴露风险</a:t>
            </a:r>
          </a:p>
          <a:p>
            <a:pPr algn="l"/>
            <a:r>
              <a:rPr sz="1400" b="0">
                <a:solidFill>
                  <a:srgbClr val="C05621"/>
                </a:solidFill>
                <a:latin typeface="Microsoft YaHei"/>
              </a:rPr>
              <a:t>处理:PR#19 合并后由 PR#21 回滚,增强加密后重提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市场竞争格局(4 家竞品)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Microsoft YaHei"/>
              </a:rPr>
              <a:t>QuoteMaster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3716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AI 定制强,CRM 集成;但定价偏高、语言支持有限</a:t>
            </a:r>
          </a:p>
          <a:p>
            <a:pPr algn="l"/>
            <a:r>
              <a:rPr sz="1300" b="1">
                <a:solidFill>
                  <a:srgbClr val="C05621"/>
                </a:solidFill>
                <a:latin typeface="Microsoft YaHei"/>
              </a:rPr>
              <a:t>我方:突出灵活性与有竞争力定价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Microsoft YaHei"/>
              </a:rPr>
              <a:t>PropelQuote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6060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自动报价+动态定价,支付网关;但学习曲线陡、集成有限</a:t>
            </a:r>
          </a:p>
          <a:p>
            <a:pPr algn="l"/>
            <a:r>
              <a:rPr sz="1300" b="1">
                <a:solidFill>
                  <a:srgbClr val="C05621"/>
                </a:solidFill>
                <a:latin typeface="Microsoft YaHei"/>
              </a:rPr>
              <a:t>我方:突出无缝集成与用户友好界面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Microsoft YaHei"/>
              </a:rPr>
              <a:t>SalesPitch Genie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8404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拖拽式+分析仪表盘,实时协作;但基础版定制受限、同步延迟</a:t>
            </a:r>
          </a:p>
          <a:p>
            <a:pPr algn="l"/>
            <a:r>
              <a:rPr sz="1300" b="1">
                <a:solidFill>
                  <a:srgbClr val="C05621"/>
                </a:solidFill>
                <a:latin typeface="Microsoft YaHei"/>
              </a:rPr>
              <a:t>我方:突出可靠同步与更强定制能力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Microsoft YaHei"/>
              </a:rPr>
              <a:t>Proposify / PandaDoc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5074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成熟模板生态,仅被提及对标,无更多信息</a:t>
            </a:r>
          </a:p>
          <a:p>
            <a:pPr algn="l"/>
            <a:r>
              <a:rPr sz="1300" b="1">
                <a:solidFill>
                  <a:srgbClr val="C05621"/>
                </a:solidFill>
                <a:latin typeface="Microsoft YaHei"/>
              </a:rPr>
              <a:t>关注对标竞品动态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下一步行动计划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5621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Microsoft YaHei"/>
              </a:rPr>
              <a:t>跟进两份文档修订稿交付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371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Market Research Report / Product Vision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5621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31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Microsoft YaHei"/>
              </a:rPr>
              <a:t>推动回滚功能安全重做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331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SQLite 加密、CRDT 安全方案、Lambda 传输加密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5621"/>
                </a:solidFill>
                <a:latin typeface="Microsoft YaHe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Microsoft YaHei"/>
              </a:rPr>
              <a:t>落实竞品应对策略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291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针对四家竞品短板制定功能对标与市场话术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5621"/>
                </a:solidFill>
                <a:latin typeface="Microsoft Ya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519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Microsoft YaHei"/>
              </a:rPr>
              <a:t>确认 MFA 最终决策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251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锁定多因子认证技术选型与上线时间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5621"/>
                </a:solidFill>
                <a:latin typeface="Microsoft YaHe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2120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Microsoft YaHei"/>
              </a:rPr>
              <a:t>跟踪待修订 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212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通知系统 / AWS Lambda 认证伸缩 / 移动端增强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ProposalForce 项目简报 | 依据 HERB-01 报告整理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