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media/image11.svg" ContentType="image/svg+xml"/>
  <Override PartName="/ppt/media/image13.svg" ContentType="image/svg+xml"/>
  <Override PartName="/ppt/media/image15.svg" ContentType="image/svg+xml"/>
  <Override PartName="/ppt/media/image17.svg" ContentType="image/svg+xml"/>
  <Override PartName="/ppt/media/image19.svg" ContentType="image/svg+xml"/>
  <Override PartName="/ppt/media/image21.svg" ContentType="image/svg+xml"/>
  <Override PartName="/ppt/media/image23.svg" ContentType="image/svg+xml"/>
  <Override PartName="/ppt/media/image25.svg" ContentType="image/svg+xml"/>
  <Override PartName="/ppt/media/image27.svg" ContentType="image/svg+xml"/>
  <Override PartName="/ppt/media/image4.svg" ContentType="image/svg+xml"/>
  <Override PartName="/ppt/media/image7.svg" ContentType="image/svg+xml"/>
  <Override PartName="/ppt/media/image9.svg" ContentType="image/svg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26.xml" ContentType="application/vnd.openxmlformats-officedocument.presentationml.tags+xml"/>
  <Override PartName="/ppt/tags/tag127.xml" ContentType="application/vnd.openxmlformats-officedocument.presentationml.tags+xml"/>
  <Override PartName="/ppt/tags/tag128.xml" ContentType="application/vnd.openxmlformats-officedocument.presentationml.tags+xml"/>
  <Override PartName="/ppt/tags/tag129.xml" ContentType="application/vnd.openxmlformats-officedocument.presentationml.tags+xml"/>
  <Override PartName="/ppt/tags/tag13.xml" ContentType="application/vnd.openxmlformats-officedocument.presentationml.tags+xml"/>
  <Override PartName="/ppt/tags/tag130.xml" ContentType="application/vnd.openxmlformats-officedocument.presentationml.tags+xml"/>
  <Override PartName="/ppt/tags/tag131.xml" ContentType="application/vnd.openxmlformats-officedocument.presentationml.tags+xml"/>
  <Override PartName="/ppt/tags/tag132.xml" ContentType="application/vnd.openxmlformats-officedocument.presentationml.tags+xml"/>
  <Override PartName="/ppt/tags/tag133.xml" ContentType="application/vnd.openxmlformats-officedocument.presentationml.tags+xml"/>
  <Override PartName="/ppt/tags/tag134.xml" ContentType="application/vnd.openxmlformats-officedocument.presentationml.tags+xml"/>
  <Override PartName="/ppt/tags/tag135.xml" ContentType="application/vnd.openxmlformats-officedocument.presentationml.tags+xml"/>
  <Override PartName="/ppt/tags/tag136.xml" ContentType="application/vnd.openxmlformats-officedocument.presentationml.tags+xml"/>
  <Override PartName="/ppt/tags/tag137.xml" ContentType="application/vnd.openxmlformats-officedocument.presentationml.tags+xml"/>
  <Override PartName="/ppt/tags/tag138.xml" ContentType="application/vnd.openxmlformats-officedocument.presentationml.tags+xml"/>
  <Override PartName="/ppt/tags/tag139.xml" ContentType="application/vnd.openxmlformats-officedocument.presentationml.tags+xml"/>
  <Override PartName="/ppt/tags/tag14.xml" ContentType="application/vnd.openxmlformats-officedocument.presentationml.tags+xml"/>
  <Override PartName="/ppt/tags/tag140.xml" ContentType="application/vnd.openxmlformats-officedocument.presentationml.tags+xml"/>
  <Override PartName="/ppt/tags/tag141.xml" ContentType="application/vnd.openxmlformats-officedocument.presentationml.tags+xml"/>
  <Override PartName="/ppt/tags/tag142.xml" ContentType="application/vnd.openxmlformats-officedocument.presentationml.tags+xml"/>
  <Override PartName="/ppt/tags/tag143.xml" ContentType="application/vnd.openxmlformats-officedocument.presentationml.tags+xml"/>
  <Override PartName="/ppt/tags/tag144.xml" ContentType="application/vnd.openxmlformats-officedocument.presentationml.tags+xml"/>
  <Override PartName="/ppt/tags/tag145.xml" ContentType="application/vnd.openxmlformats-officedocument.presentationml.tags+xml"/>
  <Override PartName="/ppt/tags/tag146.xml" ContentType="application/vnd.openxmlformats-officedocument.presentationml.tags+xml"/>
  <Override PartName="/ppt/tags/tag147.xml" ContentType="application/vnd.openxmlformats-officedocument.presentationml.tags+xml"/>
  <Override PartName="/ppt/tags/tag148.xml" ContentType="application/vnd.openxmlformats-officedocument.presentationml.tags+xml"/>
  <Override PartName="/ppt/tags/tag149.xml" ContentType="application/vnd.openxmlformats-officedocument.presentationml.tags+xml"/>
  <Override PartName="/ppt/tags/tag15.xml" ContentType="application/vnd.openxmlformats-officedocument.presentationml.tags+xml"/>
  <Override PartName="/ppt/tags/tag150.xml" ContentType="application/vnd.openxmlformats-officedocument.presentationml.tags+xml"/>
  <Override PartName="/ppt/tags/tag151.xml" ContentType="application/vnd.openxmlformats-officedocument.presentationml.tags+xml"/>
  <Override PartName="/ppt/tags/tag152.xml" ContentType="application/vnd.openxmlformats-officedocument.presentationml.tags+xml"/>
  <Override PartName="/ppt/tags/tag153.xml" ContentType="application/vnd.openxmlformats-officedocument.presentationml.tags+xml"/>
  <Override PartName="/ppt/tags/tag154.xml" ContentType="application/vnd.openxmlformats-officedocument.presentationml.tags+xml"/>
  <Override PartName="/ppt/tags/tag155.xml" ContentType="application/vnd.openxmlformats-officedocument.presentationml.tags+xml"/>
  <Override PartName="/ppt/tags/tag156.xml" ContentType="application/vnd.openxmlformats-officedocument.presentationml.tags+xml"/>
  <Override PartName="/ppt/tags/tag157.xml" ContentType="application/vnd.openxmlformats-officedocument.presentationml.tags+xml"/>
  <Override PartName="/ppt/tags/tag158.xml" ContentType="application/vnd.openxmlformats-officedocument.presentationml.tags+xml"/>
  <Override PartName="/ppt/tags/tag159.xml" ContentType="application/vnd.openxmlformats-officedocument.presentationml.tags+xml"/>
  <Override PartName="/ppt/tags/tag16.xml" ContentType="application/vnd.openxmlformats-officedocument.presentationml.tags+xml"/>
  <Override PartName="/ppt/tags/tag160.xml" ContentType="application/vnd.openxmlformats-officedocument.presentationml.tags+xml"/>
  <Override PartName="/ppt/tags/tag161.xml" ContentType="application/vnd.openxmlformats-officedocument.presentationml.tags+xml"/>
  <Override PartName="/ppt/tags/tag162.xml" ContentType="application/vnd.openxmlformats-officedocument.presentationml.tags+xml"/>
  <Override PartName="/ppt/tags/tag163.xml" ContentType="application/vnd.openxmlformats-officedocument.presentationml.tags+xml"/>
  <Override PartName="/ppt/tags/tag164.xml" ContentType="application/vnd.openxmlformats-officedocument.presentationml.tags+xml"/>
  <Override PartName="/ppt/tags/tag165.xml" ContentType="application/vnd.openxmlformats-officedocument.presentationml.tags+xml"/>
  <Override PartName="/ppt/tags/tag166.xml" ContentType="application/vnd.openxmlformats-officedocument.presentationml.tags+xml"/>
  <Override PartName="/ppt/tags/tag167.xml" ContentType="application/vnd.openxmlformats-officedocument.presentationml.tags+xml"/>
  <Override PartName="/ppt/tags/tag168.xml" ContentType="application/vnd.openxmlformats-officedocument.presentationml.tags+xml"/>
  <Override PartName="/ppt/tags/tag169.xml" ContentType="application/vnd.openxmlformats-officedocument.presentationml.tags+xml"/>
  <Override PartName="/ppt/tags/tag17.xml" ContentType="application/vnd.openxmlformats-officedocument.presentationml.tags+xml"/>
  <Override PartName="/ppt/tags/tag170.xml" ContentType="application/vnd.openxmlformats-officedocument.presentationml.tags+xml"/>
  <Override PartName="/ppt/tags/tag171.xml" ContentType="application/vnd.openxmlformats-officedocument.presentationml.tags+xml"/>
  <Override PartName="/ppt/tags/tag172.xml" ContentType="application/vnd.openxmlformats-officedocument.presentationml.tags+xml"/>
  <Override PartName="/ppt/tags/tag173.xml" ContentType="application/vnd.openxmlformats-officedocument.presentationml.tags+xml"/>
  <Override PartName="/ppt/tags/tag174.xml" ContentType="application/vnd.openxmlformats-officedocument.presentationml.tags+xml"/>
  <Override PartName="/ppt/tags/tag175.xml" ContentType="application/vnd.openxmlformats-officedocument.presentationml.tags+xml"/>
  <Override PartName="/ppt/tags/tag176.xml" ContentType="application/vnd.openxmlformats-officedocument.presentationml.tags+xml"/>
  <Override PartName="/ppt/tags/tag177.xml" ContentType="application/vnd.openxmlformats-officedocument.presentationml.tags+xml"/>
  <Override PartName="/ppt/tags/tag178.xml" ContentType="application/vnd.openxmlformats-officedocument.presentationml.tags+xml"/>
  <Override PartName="/ppt/tags/tag179.xml" ContentType="application/vnd.openxmlformats-officedocument.presentationml.tags+xml"/>
  <Override PartName="/ppt/tags/tag18.xml" ContentType="application/vnd.openxmlformats-officedocument.presentationml.tags+xml"/>
  <Override PartName="/ppt/tags/tag180.xml" ContentType="application/vnd.openxmlformats-officedocument.presentationml.tags+xml"/>
  <Override PartName="/ppt/tags/tag181.xml" ContentType="application/vnd.openxmlformats-officedocument.presentationml.tags+xml"/>
  <Override PartName="/ppt/tags/tag182.xml" ContentType="application/vnd.openxmlformats-officedocument.presentationml.tags+xml"/>
  <Override PartName="/ppt/tags/tag183.xml" ContentType="application/vnd.openxmlformats-officedocument.presentationml.tags+xml"/>
  <Override PartName="/ppt/tags/tag184.xml" ContentType="application/vnd.openxmlformats-officedocument.presentationml.tags+xml"/>
  <Override PartName="/ppt/tags/tag185.xml" ContentType="application/vnd.openxmlformats-officedocument.presentationml.tags+xml"/>
  <Override PartName="/ppt/tags/tag186.xml" ContentType="application/vnd.openxmlformats-officedocument.presentationml.tags+xml"/>
  <Override PartName="/ppt/tags/tag187.xml" ContentType="application/vnd.openxmlformats-officedocument.presentationml.tags+xml"/>
  <Override PartName="/ppt/tags/tag188.xml" ContentType="application/vnd.openxmlformats-officedocument.presentationml.tags+xml"/>
  <Override PartName="/ppt/tags/tag189.xml" ContentType="application/vnd.openxmlformats-officedocument.presentationml.tags+xml"/>
  <Override PartName="/ppt/tags/tag19.xml" ContentType="application/vnd.openxmlformats-officedocument.presentationml.tags+xml"/>
  <Override PartName="/ppt/tags/tag190.xml" ContentType="application/vnd.openxmlformats-officedocument.presentationml.tags+xml"/>
  <Override PartName="/ppt/tags/tag191.xml" ContentType="application/vnd.openxmlformats-officedocument.presentationml.tags+xml"/>
  <Override PartName="/ppt/tags/tag192.xml" ContentType="application/vnd.openxmlformats-officedocument.presentationml.tags+xml"/>
  <Override PartName="/ppt/tags/tag193.xml" ContentType="application/vnd.openxmlformats-officedocument.presentationml.tags+xml"/>
  <Override PartName="/ppt/tags/tag194.xml" ContentType="application/vnd.openxmlformats-officedocument.presentationml.tags+xml"/>
  <Override PartName="/ppt/tags/tag195.xml" ContentType="application/vnd.openxmlformats-officedocument.presentationml.tags+xml"/>
  <Override PartName="/ppt/tags/tag196.xml" ContentType="application/vnd.openxmlformats-officedocument.presentationml.tags+xml"/>
  <Override PartName="/ppt/tags/tag197.xml" ContentType="application/vnd.openxmlformats-officedocument.presentationml.tags+xml"/>
  <Override PartName="/ppt/tags/tag198.xml" ContentType="application/vnd.openxmlformats-officedocument.presentationml.tags+xml"/>
  <Override PartName="/ppt/tags/tag19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00.xml" ContentType="application/vnd.openxmlformats-officedocument.presentationml.tags+xml"/>
  <Override PartName="/ppt/tags/tag201.xml" ContentType="application/vnd.openxmlformats-officedocument.presentationml.tags+xml"/>
  <Override PartName="/ppt/tags/tag202.xml" ContentType="application/vnd.openxmlformats-officedocument.presentationml.tags+xml"/>
  <Override PartName="/ppt/tags/tag203.xml" ContentType="application/vnd.openxmlformats-officedocument.presentationml.tags+xml"/>
  <Override PartName="/ppt/tags/tag204.xml" ContentType="application/vnd.openxmlformats-officedocument.presentationml.tags+xml"/>
  <Override PartName="/ppt/tags/tag205.xml" ContentType="application/vnd.openxmlformats-officedocument.presentationml.tags+xml"/>
  <Override PartName="/ppt/tags/tag206.xml" ContentType="application/vnd.openxmlformats-officedocument.presentationml.tags+xml"/>
  <Override PartName="/ppt/tags/tag207.xml" ContentType="application/vnd.openxmlformats-officedocument.presentationml.tags+xml"/>
  <Override PartName="/ppt/tags/tag208.xml" ContentType="application/vnd.openxmlformats-officedocument.presentationml.tags+xml"/>
  <Override PartName="/ppt/tags/tag209.xml" ContentType="application/vnd.openxmlformats-officedocument.presentationml.tags+xml"/>
  <Override PartName="/ppt/tags/tag21.xml" ContentType="application/vnd.openxmlformats-officedocument.presentationml.tags+xml"/>
  <Override PartName="/ppt/tags/tag210.xml" ContentType="application/vnd.openxmlformats-officedocument.presentationml.tags+xml"/>
  <Override PartName="/ppt/tags/tag211.xml" ContentType="application/vnd.openxmlformats-officedocument.presentationml.tags+xml"/>
  <Override PartName="/ppt/tags/tag212.xml" ContentType="application/vnd.openxmlformats-officedocument.presentationml.tags+xml"/>
  <Override PartName="/ppt/tags/tag213.xml" ContentType="application/vnd.openxmlformats-officedocument.presentationml.tags+xml"/>
  <Override PartName="/ppt/tags/tag214.xml" ContentType="application/vnd.openxmlformats-officedocument.presentationml.tags+xml"/>
  <Override PartName="/ppt/tags/tag215.xml" ContentType="application/vnd.openxmlformats-officedocument.presentationml.tags+xml"/>
  <Override PartName="/ppt/tags/tag216.xml" ContentType="application/vnd.openxmlformats-officedocument.presentationml.tags+xml"/>
  <Override PartName="/ppt/tags/tag217.xml" ContentType="application/vnd.openxmlformats-officedocument.presentationml.tags+xml"/>
  <Override PartName="/ppt/tags/tag218.xml" ContentType="application/vnd.openxmlformats-officedocument.presentationml.tags+xml"/>
  <Override PartName="/ppt/tags/tag219.xml" ContentType="application/vnd.openxmlformats-officedocument.presentationml.tags+xml"/>
  <Override PartName="/ppt/tags/tag22.xml" ContentType="application/vnd.openxmlformats-officedocument.presentationml.tags+xml"/>
  <Override PartName="/ppt/tags/tag220.xml" ContentType="application/vnd.openxmlformats-officedocument.presentationml.tags+xml"/>
  <Override PartName="/ppt/tags/tag221.xml" ContentType="application/vnd.openxmlformats-officedocument.presentationml.tags+xml"/>
  <Override PartName="/ppt/tags/tag222.xml" ContentType="application/vnd.openxmlformats-officedocument.presentationml.tags+xml"/>
  <Override PartName="/ppt/tags/tag223.xml" ContentType="application/vnd.openxmlformats-officedocument.presentationml.tags+xml"/>
  <Override PartName="/ppt/tags/tag224.xml" ContentType="application/vnd.openxmlformats-officedocument.presentationml.tags+xml"/>
  <Override PartName="/ppt/tags/tag225.xml" ContentType="application/vnd.openxmlformats-officedocument.presentationml.tags+xml"/>
  <Override PartName="/ppt/tags/tag226.xml" ContentType="application/vnd.openxmlformats-officedocument.presentationml.tags+xml"/>
  <Override PartName="/ppt/tags/tag227.xml" ContentType="application/vnd.openxmlformats-officedocument.presentationml.tags+xml"/>
  <Override PartName="/ppt/tags/tag228.xml" ContentType="application/vnd.openxmlformats-officedocument.presentationml.tags+xml"/>
  <Override PartName="/ppt/tags/tag229.xml" ContentType="application/vnd.openxmlformats-officedocument.presentationml.tags+xml"/>
  <Override PartName="/ppt/tags/tag23.xml" ContentType="application/vnd.openxmlformats-officedocument.presentationml.tags+xml"/>
  <Override PartName="/ppt/tags/tag230.xml" ContentType="application/vnd.openxmlformats-officedocument.presentationml.tags+xml"/>
  <Override PartName="/ppt/tags/tag231.xml" ContentType="application/vnd.openxmlformats-officedocument.presentationml.tags+xml"/>
  <Override PartName="/ppt/tags/tag232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8"/>
  </p:notesMasterIdLst>
  <p:handoutMasterIdLst>
    <p:handoutMasterId r:id="rId9"/>
  </p:handoutMasterIdLst>
  <p:sldIdLst>
    <p:sldId id="314" r:id="rId3"/>
    <p:sldId id="315" r:id="rId4"/>
    <p:sldId id="316" r:id="rId5"/>
    <p:sldId id="317" r:id="rId6"/>
    <p:sldId id="318" r:id="rId7"/>
  </p:sldIdLst>
  <p:sldSz cx="12192000" cy="6858000"/>
  <p:notesSz cx="6858000" cy="9144000"/>
  <p:custDataLst>
    <p:tags r:id="rId13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786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B6095"/>
    <a:srgbClr val="26659A"/>
    <a:srgbClr val="FFE023"/>
    <a:srgbClr val="B3E8F8"/>
    <a:srgbClr val="6BD2FF"/>
    <a:srgbClr val="2D7FCB"/>
    <a:srgbClr val="2A80D0"/>
    <a:srgbClr val="51CCFF"/>
    <a:srgbClr val="ADE7FF"/>
    <a:srgbClr val="2B84D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898" autoAdjust="0"/>
    <p:restoredTop sz="94634" autoAdjust="0"/>
  </p:normalViewPr>
  <p:slideViewPr>
    <p:cSldViewPr snapToGrid="0" showGuides="1">
      <p:cViewPr varScale="1">
        <p:scale>
          <a:sx n="111" d="100"/>
          <a:sy n="111" d="100"/>
        </p:scale>
        <p:origin x="86" y="259"/>
      </p:cViewPr>
      <p:guideLst>
        <p:guide orient="horz" pos="2160"/>
        <p:guide pos="3786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handoutMaster" Target="handoutMasters/handoutMaster1.xml"/><Relationship Id="rId8" Type="http://schemas.openxmlformats.org/officeDocument/2006/relationships/notesMaster" Target="notesMasters/notesMaster1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3" Type="http://schemas.openxmlformats.org/officeDocument/2006/relationships/tags" Target="tags/tag232.xml"/><Relationship Id="rId12" Type="http://schemas.openxmlformats.org/officeDocument/2006/relationships/tableStyles" Target="tableStyles.xml"/><Relationship Id="rId11" Type="http://schemas.openxmlformats.org/officeDocument/2006/relationships/viewProps" Target="viewProps.xml"/><Relationship Id="rId10" Type="http://schemas.openxmlformats.org/officeDocument/2006/relationships/presProps" Target="presProps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>
              <a:latin typeface="MiSans Normal" panose="00000500000000000000" charset="-122"/>
              <a:ea typeface="MiSans Normal" panose="00000500000000000000" charset="-122"/>
              <a:cs typeface="MiSans Normal" panose="00000500000000000000" charset="-122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>
                <a:latin typeface="MiSans Normal" panose="00000500000000000000" charset="-122"/>
                <a:ea typeface="MiSans Normal" panose="00000500000000000000" charset="-122"/>
                <a:cs typeface="MiSans Normal" panose="00000500000000000000" charset="-122"/>
              </a:rPr>
            </a:fld>
            <a:endParaRPr lang="zh-CN" altLang="en-US">
              <a:latin typeface="MiSans Normal" panose="00000500000000000000" charset="-122"/>
              <a:ea typeface="MiSans Normal" panose="00000500000000000000" charset="-122"/>
              <a:cs typeface="MiSans Normal" panose="00000500000000000000" charset="-122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>
              <a:latin typeface="MiSans Normal" panose="00000500000000000000" charset="-122"/>
              <a:ea typeface="MiSans Normal" panose="00000500000000000000" charset="-122"/>
              <a:cs typeface="MiSans Normal" panose="00000500000000000000" charset="-122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>
                <a:latin typeface="MiSans Normal" panose="00000500000000000000" charset="-122"/>
                <a:ea typeface="MiSans Normal" panose="00000500000000000000" charset="-122"/>
                <a:cs typeface="MiSans Normal" panose="00000500000000000000" charset="-122"/>
              </a:rPr>
            </a:fld>
            <a:endParaRPr lang="zh-CN" altLang="en-US">
              <a:latin typeface="MiSans Normal" panose="00000500000000000000" charset="-122"/>
              <a:ea typeface="MiSans Normal" panose="00000500000000000000" charset="-122"/>
              <a:cs typeface="MiSans Normal" panose="00000500000000000000" charset="-122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MiSans Normal" panose="00000500000000000000" charset="-122"/>
                <a:ea typeface="MiSans Normal" panose="00000500000000000000" charset="-122"/>
                <a:cs typeface="MiSans Normal" panose="00000500000000000000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MiSans Normal" panose="00000500000000000000" charset="-122"/>
                <a:ea typeface="MiSans Normal" panose="00000500000000000000" charset="-122"/>
                <a:cs typeface="MiSans Normal" panose="00000500000000000000" charset="-122"/>
              </a:defRPr>
            </a:lvl1pPr>
          </a:lstStyle>
          <a:p>
            <a:fld id="{2A27A4C4-55E5-45A2-9956-7C013C462723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 dirty="0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二级</a:t>
            </a:r>
            <a:endParaRPr lang="zh-CN" altLang="en-US" dirty="0"/>
          </a:p>
          <a:p>
            <a:pPr lvl="2"/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/>
              <a:t>四级</a:t>
            </a:r>
            <a:endParaRPr lang="zh-CN" altLang="en-US" dirty="0"/>
          </a:p>
          <a:p>
            <a:pPr lvl="4"/>
            <a:r>
              <a:rPr lang="zh-CN" altLang="en-US" dirty="0"/>
              <a:t>五级</a:t>
            </a:r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MiSans Normal" panose="00000500000000000000" charset="-122"/>
                <a:ea typeface="MiSans Normal" panose="00000500000000000000" charset="-122"/>
                <a:cs typeface="MiSans Normal" panose="00000500000000000000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MiSans Normal" panose="00000500000000000000" charset="-122"/>
                <a:ea typeface="MiSans Normal" panose="00000500000000000000" charset="-122"/>
                <a:cs typeface="MiSans Normal" panose="00000500000000000000" charset="-122"/>
              </a:defRPr>
            </a:lvl1pPr>
          </a:lstStyle>
          <a:p>
            <a:fld id="{D8691C87-3499-4D55-986B-2399480F9F94}" type="slidenum">
              <a:rPr lang="zh-CN" altLang="en-US" smtClean="0"/>
            </a:fld>
            <a:endParaRPr lang="zh-CN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MiSans Normal" panose="00000500000000000000" charset="-122"/>
        <a:ea typeface="MiSans Normal" panose="00000500000000000000" charset="-122"/>
        <a:cs typeface="MiSans Normal" panose="00000500000000000000" charset="-122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MiSans Normal" panose="00000500000000000000" charset="-122"/>
        <a:ea typeface="MiSans Normal" panose="00000500000000000000" charset="-122"/>
        <a:cs typeface="MiSans Normal" panose="00000500000000000000" charset="-122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MiSans Normal" panose="00000500000000000000" charset="-122"/>
        <a:ea typeface="MiSans Normal" panose="00000500000000000000" charset="-122"/>
        <a:cs typeface="MiSans Normal" panose="00000500000000000000" charset="-122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MiSans Normal" panose="00000500000000000000" charset="-122"/>
        <a:ea typeface="MiSans Normal" panose="00000500000000000000" charset="-122"/>
        <a:cs typeface="MiSans Normal" panose="00000500000000000000" charset="-122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MiSans Normal" panose="00000500000000000000" charset="-122"/>
        <a:ea typeface="MiSans Normal" panose="00000500000000000000" charset="-122"/>
        <a:cs typeface="MiSans Normal" panose="00000500000000000000" charset="-122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9" Type="http://schemas.openxmlformats.org/officeDocument/2006/relationships/tags" Target="../tags/tag12.xml"/><Relationship Id="rId8" Type="http://schemas.openxmlformats.org/officeDocument/2006/relationships/tags" Target="../tags/tag11.xml"/><Relationship Id="rId7" Type="http://schemas.openxmlformats.org/officeDocument/2006/relationships/image" Target="../media/image1.jpg"/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1" Type="http://schemas.openxmlformats.org/officeDocument/2006/relationships/tags" Target="../tags/tag14.xml"/><Relationship Id="rId10" Type="http://schemas.openxmlformats.org/officeDocument/2006/relationships/tags" Target="../tags/tag13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9" Type="http://schemas.openxmlformats.org/officeDocument/2006/relationships/tags" Target="../tags/tag22.xml"/><Relationship Id="rId8" Type="http://schemas.openxmlformats.org/officeDocument/2006/relationships/tags" Target="../tags/tag21.xml"/><Relationship Id="rId7" Type="http://schemas.openxmlformats.org/officeDocument/2006/relationships/tags" Target="../tags/tag20.xml"/><Relationship Id="rId6" Type="http://schemas.openxmlformats.org/officeDocument/2006/relationships/tags" Target="../tags/tag19.xml"/><Relationship Id="rId5" Type="http://schemas.openxmlformats.org/officeDocument/2006/relationships/tags" Target="../tags/tag18.xml"/><Relationship Id="rId4" Type="http://schemas.openxmlformats.org/officeDocument/2006/relationships/tags" Target="../tags/tag17.xml"/><Relationship Id="rId3" Type="http://schemas.openxmlformats.org/officeDocument/2006/relationships/tags" Target="../tags/tag16.xml"/><Relationship Id="rId2" Type="http://schemas.openxmlformats.org/officeDocument/2006/relationships/tags" Target="../tags/tag15.xml"/><Relationship Id="rId11" Type="http://schemas.openxmlformats.org/officeDocument/2006/relationships/tags" Target="../tags/tag24.xml"/><Relationship Id="rId10" Type="http://schemas.openxmlformats.org/officeDocument/2006/relationships/tags" Target="../tags/tag23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9" Type="http://schemas.openxmlformats.org/officeDocument/2006/relationships/tags" Target="../tags/tag32.xml"/><Relationship Id="rId8" Type="http://schemas.openxmlformats.org/officeDocument/2006/relationships/tags" Target="../tags/tag31.xml"/><Relationship Id="rId7" Type="http://schemas.openxmlformats.org/officeDocument/2006/relationships/tags" Target="../tags/tag30.xml"/><Relationship Id="rId6" Type="http://schemas.openxmlformats.org/officeDocument/2006/relationships/tags" Target="../tags/tag29.xml"/><Relationship Id="rId5" Type="http://schemas.openxmlformats.org/officeDocument/2006/relationships/tags" Target="../tags/tag28.xml"/><Relationship Id="rId4" Type="http://schemas.openxmlformats.org/officeDocument/2006/relationships/tags" Target="../tags/tag27.xml"/><Relationship Id="rId3" Type="http://schemas.openxmlformats.org/officeDocument/2006/relationships/tags" Target="../tags/tag26.xml"/><Relationship Id="rId2" Type="http://schemas.openxmlformats.org/officeDocument/2006/relationships/tags" Target="../tags/tag25.xml"/><Relationship Id="rId12" Type="http://schemas.openxmlformats.org/officeDocument/2006/relationships/tags" Target="../tags/tag35.xml"/><Relationship Id="rId11" Type="http://schemas.openxmlformats.org/officeDocument/2006/relationships/tags" Target="../tags/tag34.xml"/><Relationship Id="rId10" Type="http://schemas.openxmlformats.org/officeDocument/2006/relationships/tags" Target="../tags/tag33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9" Type="http://schemas.openxmlformats.org/officeDocument/2006/relationships/tags" Target="../tags/tag43.xml"/><Relationship Id="rId8" Type="http://schemas.openxmlformats.org/officeDocument/2006/relationships/tags" Target="../tags/tag42.xml"/><Relationship Id="rId7" Type="http://schemas.openxmlformats.org/officeDocument/2006/relationships/tags" Target="../tags/tag41.xml"/><Relationship Id="rId6" Type="http://schemas.openxmlformats.org/officeDocument/2006/relationships/tags" Target="../tags/tag40.xml"/><Relationship Id="rId5" Type="http://schemas.openxmlformats.org/officeDocument/2006/relationships/tags" Target="../tags/tag39.xml"/><Relationship Id="rId4" Type="http://schemas.openxmlformats.org/officeDocument/2006/relationships/tags" Target="../tags/tag38.xml"/><Relationship Id="rId3" Type="http://schemas.openxmlformats.org/officeDocument/2006/relationships/tags" Target="../tags/tag37.xml"/><Relationship Id="rId2" Type="http://schemas.openxmlformats.org/officeDocument/2006/relationships/tags" Target="../tags/tag36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7" Type="http://schemas.openxmlformats.org/officeDocument/2006/relationships/tags" Target="../tags/tag49.xml"/><Relationship Id="rId6" Type="http://schemas.openxmlformats.org/officeDocument/2006/relationships/tags" Target="../tags/tag48.xml"/><Relationship Id="rId5" Type="http://schemas.openxmlformats.org/officeDocument/2006/relationships/tags" Target="../tags/tag47.xml"/><Relationship Id="rId4" Type="http://schemas.openxmlformats.org/officeDocument/2006/relationships/tags" Target="../tags/tag46.xml"/><Relationship Id="rId3" Type="http://schemas.openxmlformats.org/officeDocument/2006/relationships/tags" Target="../tags/tag45.xml"/><Relationship Id="rId2" Type="http://schemas.openxmlformats.org/officeDocument/2006/relationships/tags" Target="../tags/tag44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8" Type="http://schemas.openxmlformats.org/officeDocument/2006/relationships/tags" Target="../tags/tag56.xml"/><Relationship Id="rId7" Type="http://schemas.openxmlformats.org/officeDocument/2006/relationships/tags" Target="../tags/tag55.xml"/><Relationship Id="rId6" Type="http://schemas.openxmlformats.org/officeDocument/2006/relationships/tags" Target="../tags/tag54.xml"/><Relationship Id="rId5" Type="http://schemas.openxmlformats.org/officeDocument/2006/relationships/tags" Target="../tags/tag53.xml"/><Relationship Id="rId4" Type="http://schemas.openxmlformats.org/officeDocument/2006/relationships/tags" Target="../tags/tag52.xml"/><Relationship Id="rId3" Type="http://schemas.openxmlformats.org/officeDocument/2006/relationships/tags" Target="../tags/tag51.xml"/><Relationship Id="rId2" Type="http://schemas.openxmlformats.org/officeDocument/2006/relationships/tags" Target="../tags/tag50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9" Type="http://schemas.openxmlformats.org/officeDocument/2006/relationships/tags" Target="../tags/tag64.xml"/><Relationship Id="rId8" Type="http://schemas.openxmlformats.org/officeDocument/2006/relationships/tags" Target="../tags/tag63.xml"/><Relationship Id="rId7" Type="http://schemas.openxmlformats.org/officeDocument/2006/relationships/tags" Target="../tags/tag62.xml"/><Relationship Id="rId6" Type="http://schemas.openxmlformats.org/officeDocument/2006/relationships/tags" Target="../tags/tag61.xml"/><Relationship Id="rId5" Type="http://schemas.openxmlformats.org/officeDocument/2006/relationships/tags" Target="../tags/tag60.xml"/><Relationship Id="rId4" Type="http://schemas.openxmlformats.org/officeDocument/2006/relationships/tags" Target="../tags/tag59.xml"/><Relationship Id="rId3" Type="http://schemas.openxmlformats.org/officeDocument/2006/relationships/tags" Target="../tags/tag58.xml"/><Relationship Id="rId2" Type="http://schemas.openxmlformats.org/officeDocument/2006/relationships/tags" Target="../tags/tag57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9" Type="http://schemas.openxmlformats.org/officeDocument/2006/relationships/image" Target="../media/image4.svg"/><Relationship Id="rId8" Type="http://schemas.openxmlformats.org/officeDocument/2006/relationships/image" Target="../media/image3.png"/><Relationship Id="rId7" Type="http://schemas.openxmlformats.org/officeDocument/2006/relationships/tags" Target="../tags/tag69.xml"/><Relationship Id="rId6" Type="http://schemas.openxmlformats.org/officeDocument/2006/relationships/tags" Target="../tags/tag68.xml"/><Relationship Id="rId5" Type="http://schemas.openxmlformats.org/officeDocument/2006/relationships/tags" Target="../tags/tag67.xml"/><Relationship Id="rId4" Type="http://schemas.openxmlformats.org/officeDocument/2006/relationships/image" Target="../media/image2.jpg"/><Relationship Id="rId3" Type="http://schemas.openxmlformats.org/officeDocument/2006/relationships/tags" Target="../tags/tag66.xml"/><Relationship Id="rId2" Type="http://schemas.openxmlformats.org/officeDocument/2006/relationships/tags" Target="../tags/tag65.xml"/><Relationship Id="rId16" Type="http://schemas.openxmlformats.org/officeDocument/2006/relationships/tags" Target="../tags/tag76.xml"/><Relationship Id="rId15" Type="http://schemas.openxmlformats.org/officeDocument/2006/relationships/tags" Target="../tags/tag75.xml"/><Relationship Id="rId14" Type="http://schemas.openxmlformats.org/officeDocument/2006/relationships/tags" Target="../tags/tag74.xml"/><Relationship Id="rId13" Type="http://schemas.openxmlformats.org/officeDocument/2006/relationships/tags" Target="../tags/tag73.xml"/><Relationship Id="rId12" Type="http://schemas.openxmlformats.org/officeDocument/2006/relationships/tags" Target="../tags/tag72.xml"/><Relationship Id="rId11" Type="http://schemas.openxmlformats.org/officeDocument/2006/relationships/tags" Target="../tags/tag71.xml"/><Relationship Id="rId10" Type="http://schemas.openxmlformats.org/officeDocument/2006/relationships/tags" Target="../tags/tag70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9" Type="http://schemas.openxmlformats.org/officeDocument/2006/relationships/tags" Target="../tags/tag82.xml"/><Relationship Id="rId8" Type="http://schemas.openxmlformats.org/officeDocument/2006/relationships/tags" Target="../tags/tag81.xml"/><Relationship Id="rId7" Type="http://schemas.openxmlformats.org/officeDocument/2006/relationships/image" Target="../media/image4.svg"/><Relationship Id="rId6" Type="http://schemas.openxmlformats.org/officeDocument/2006/relationships/image" Target="../media/image3.png"/><Relationship Id="rId5" Type="http://schemas.openxmlformats.org/officeDocument/2006/relationships/tags" Target="../tags/tag80.xml"/><Relationship Id="rId4" Type="http://schemas.openxmlformats.org/officeDocument/2006/relationships/tags" Target="../tags/tag79.xml"/><Relationship Id="rId3" Type="http://schemas.openxmlformats.org/officeDocument/2006/relationships/tags" Target="../tags/tag78.xml"/><Relationship Id="rId2" Type="http://schemas.openxmlformats.org/officeDocument/2006/relationships/tags" Target="../tags/tag77.xml"/><Relationship Id="rId15" Type="http://schemas.openxmlformats.org/officeDocument/2006/relationships/tags" Target="../tags/tag87.xml"/><Relationship Id="rId14" Type="http://schemas.openxmlformats.org/officeDocument/2006/relationships/tags" Target="../tags/tag86.xml"/><Relationship Id="rId13" Type="http://schemas.openxmlformats.org/officeDocument/2006/relationships/tags" Target="../tags/tag85.xml"/><Relationship Id="rId12" Type="http://schemas.openxmlformats.org/officeDocument/2006/relationships/tags" Target="../tags/tag84.xml"/><Relationship Id="rId11" Type="http://schemas.openxmlformats.org/officeDocument/2006/relationships/tags" Target="../tags/tag83.xml"/><Relationship Id="rId10" Type="http://schemas.openxmlformats.org/officeDocument/2006/relationships/image" Target="../media/image5.jp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9" Type="http://schemas.openxmlformats.org/officeDocument/2006/relationships/image" Target="../media/image4.svg"/><Relationship Id="rId8" Type="http://schemas.openxmlformats.org/officeDocument/2006/relationships/image" Target="../media/image3.png"/><Relationship Id="rId7" Type="http://schemas.openxmlformats.org/officeDocument/2006/relationships/tags" Target="../tags/tag92.xml"/><Relationship Id="rId6" Type="http://schemas.openxmlformats.org/officeDocument/2006/relationships/tags" Target="../tags/tag91.xml"/><Relationship Id="rId5" Type="http://schemas.openxmlformats.org/officeDocument/2006/relationships/tags" Target="../tags/tag90.xml"/><Relationship Id="rId4" Type="http://schemas.openxmlformats.org/officeDocument/2006/relationships/image" Target="../media/image2.jpg"/><Relationship Id="rId3" Type="http://schemas.openxmlformats.org/officeDocument/2006/relationships/tags" Target="../tags/tag89.xml"/><Relationship Id="rId2" Type="http://schemas.openxmlformats.org/officeDocument/2006/relationships/tags" Target="../tags/tag88.xml"/><Relationship Id="rId15" Type="http://schemas.openxmlformats.org/officeDocument/2006/relationships/tags" Target="../tags/tag98.xml"/><Relationship Id="rId14" Type="http://schemas.openxmlformats.org/officeDocument/2006/relationships/tags" Target="../tags/tag97.xml"/><Relationship Id="rId13" Type="http://schemas.openxmlformats.org/officeDocument/2006/relationships/tags" Target="../tags/tag96.xml"/><Relationship Id="rId12" Type="http://schemas.openxmlformats.org/officeDocument/2006/relationships/tags" Target="../tags/tag95.xml"/><Relationship Id="rId11" Type="http://schemas.openxmlformats.org/officeDocument/2006/relationships/tags" Target="../tags/tag94.xml"/><Relationship Id="rId10" Type="http://schemas.openxmlformats.org/officeDocument/2006/relationships/tags" Target="../tags/tag93.xml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9" Type="http://schemas.openxmlformats.org/officeDocument/2006/relationships/tags" Target="../tags/tag106.xml"/><Relationship Id="rId8" Type="http://schemas.openxmlformats.org/officeDocument/2006/relationships/tags" Target="../tags/tag105.xml"/><Relationship Id="rId7" Type="http://schemas.openxmlformats.org/officeDocument/2006/relationships/tags" Target="../tags/tag104.xml"/><Relationship Id="rId6" Type="http://schemas.openxmlformats.org/officeDocument/2006/relationships/tags" Target="../tags/tag103.xml"/><Relationship Id="rId5" Type="http://schemas.openxmlformats.org/officeDocument/2006/relationships/tags" Target="../tags/tag102.xml"/><Relationship Id="rId4" Type="http://schemas.openxmlformats.org/officeDocument/2006/relationships/tags" Target="../tags/tag101.xml"/><Relationship Id="rId3" Type="http://schemas.openxmlformats.org/officeDocument/2006/relationships/tags" Target="../tags/tag100.xml"/><Relationship Id="rId2" Type="http://schemas.openxmlformats.org/officeDocument/2006/relationships/tags" Target="../tags/tag99.xml"/><Relationship Id="rId18" Type="http://schemas.openxmlformats.org/officeDocument/2006/relationships/tags" Target="../tags/tag115.xml"/><Relationship Id="rId17" Type="http://schemas.openxmlformats.org/officeDocument/2006/relationships/tags" Target="../tags/tag114.xml"/><Relationship Id="rId16" Type="http://schemas.openxmlformats.org/officeDocument/2006/relationships/tags" Target="../tags/tag113.xml"/><Relationship Id="rId15" Type="http://schemas.openxmlformats.org/officeDocument/2006/relationships/tags" Target="../tags/tag112.xml"/><Relationship Id="rId14" Type="http://schemas.openxmlformats.org/officeDocument/2006/relationships/tags" Target="../tags/tag111.xml"/><Relationship Id="rId13" Type="http://schemas.openxmlformats.org/officeDocument/2006/relationships/tags" Target="../tags/tag110.xml"/><Relationship Id="rId12" Type="http://schemas.openxmlformats.org/officeDocument/2006/relationships/tags" Target="../tags/tag109.xml"/><Relationship Id="rId11" Type="http://schemas.openxmlformats.org/officeDocument/2006/relationships/tags" Target="../tags/tag108.xml"/><Relationship Id="rId10" Type="http://schemas.openxmlformats.org/officeDocument/2006/relationships/tags" Target="../tags/tag107.xm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>
          <a:xfrm>
            <a:off x="612000" y="6314400"/>
            <a:ext cx="2700000" cy="316800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>
          <a:xfrm>
            <a:off x="4116000" y="6314400"/>
            <a:ext cx="3960000" cy="316800"/>
          </a:xfrm>
        </p:spPr>
        <p:txBody>
          <a:bodyPr/>
          <a:lstStyle/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>
          <a:xfrm>
            <a:off x="8877600" y="6314400"/>
            <a:ext cx="2700000" cy="316800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2" name="标题 1"/>
          <p:cNvSpPr>
            <a:spLocks noGrp="1"/>
          </p:cNvSpPr>
          <p:nvPr>
            <p:ph type="title"/>
            <p:custDataLst>
              <p:tags r:id="rId5"/>
            </p:custDataLst>
          </p:nvPr>
        </p:nvSpPr>
        <p:spPr/>
        <p:txBody>
          <a:bodyPr wrap="square">
            <a:normAutofit/>
          </a:bodyPr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6"/>
            </p:custDataLst>
          </p:nvPr>
        </p:nvSpPr>
        <p:spPr/>
        <p:txBody>
          <a:bodyPr wrap="square">
            <a:normAutofit/>
          </a:bodyPr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四级</a:t>
            </a:r>
            <a:endParaRPr lang="zh-CN" altLang="en-US" dirty="0"/>
          </a:p>
          <a:p>
            <a:pPr lvl="4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目录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矩形: 圆角 1"/>
          <p:cNvSpPr/>
          <p:nvPr>
            <p:custDataLst>
              <p:tags r:id="rId3"/>
            </p:custDataLst>
          </p:nvPr>
        </p:nvSpPr>
        <p:spPr>
          <a:xfrm>
            <a:off x="5340350" y="796766"/>
            <a:ext cx="6466840" cy="5760244"/>
          </a:xfrm>
          <a:prstGeom prst="roundRect">
            <a:avLst>
              <a:gd name="adj" fmla="val 3640"/>
            </a:avLst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>
              <a:cs typeface="MiSans Normal" panose="00000500000000000000" charset="-122"/>
            </a:endParaRPr>
          </a:p>
        </p:txBody>
      </p:sp>
      <p:sp>
        <p:nvSpPr>
          <p:cNvPr id="9" name="矩形: 圆角 2"/>
          <p:cNvSpPr/>
          <p:nvPr>
            <p:custDataLst>
              <p:tags r:id="rId4"/>
            </p:custDataLst>
          </p:nvPr>
        </p:nvSpPr>
        <p:spPr>
          <a:xfrm>
            <a:off x="5481320" y="956949"/>
            <a:ext cx="6184900" cy="5457504"/>
          </a:xfrm>
          <a:prstGeom prst="roundRect">
            <a:avLst>
              <a:gd name="adj" fmla="val 3640"/>
            </a:avLst>
          </a:prstGeom>
          <a:noFill/>
          <a:ln>
            <a:solidFill>
              <a:schemeClr val="accent1">
                <a:alpha val="50000"/>
              </a:schemeClr>
            </a:solidFill>
            <a:prstDash val="solid"/>
          </a:ln>
          <a:effectLst>
            <a:outerShdw blurRad="330200" dist="203200" dir="5400000" sx="98000" sy="98000" algn="t" rotWithShape="0">
              <a:schemeClr val="accent1">
                <a:alpha val="22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MiSans Normal" panose="00000500000000000000" charset="-122"/>
            </a:endParaRPr>
          </a:p>
        </p:txBody>
      </p:sp>
      <p:sp>
        <p:nvSpPr>
          <p:cNvPr id="6" name="标题"/>
          <p:cNvSpPr>
            <a:spLocks noGrp="1"/>
          </p:cNvSpPr>
          <p:nvPr>
            <p:ph type="title" idx="2" hasCustomPrompt="1"/>
            <p:custDataLst>
              <p:tags r:id="rId5"/>
            </p:custDataLst>
          </p:nvPr>
        </p:nvSpPr>
        <p:spPr>
          <a:xfrm>
            <a:off x="441325" y="356235"/>
            <a:ext cx="2002790" cy="1223010"/>
          </a:xfrm>
          <a:prstGeom prst="rect">
            <a:avLst/>
          </a:prstGeom>
        </p:spPr>
        <p:txBody>
          <a:bodyPr wrap="square" lIns="91440" tIns="45720" rIns="91440" bIns="45720" rtlCol="0" anchor="t">
            <a:normAutofit/>
          </a:bodyPr>
          <a:lstStyle>
            <a:lvl1pPr marL="0" marR="0" lvl="0" algn="ctr" defTabSz="914400" rtl="0" eaLnBrk="1" fontAlgn="auto" latinLnBrk="0" hangingPunct="1">
              <a:lnSpc>
                <a:spcPct val="120000"/>
              </a:lnSpc>
              <a:buClrTx/>
              <a:buSzTx/>
              <a:buFontTx/>
              <a:buNone/>
              <a:defRPr kumimoji="0" lang="zh-CN" altLang="en-US" sz="6000" b="0" i="0" u="none" strike="noStrike" kern="1200" cap="none" spc="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lt"/>
                <a:cs typeface="MiSans Normal" panose="00000500000000000000" charset="-122"/>
                <a:sym typeface="+mn-ea"/>
              </a:defRPr>
            </a:lvl1pPr>
          </a:lstStyle>
          <a:p>
            <a:pPr lvl="0" algn="ctr">
              <a:lnSpc>
                <a:spcPct val="120000"/>
              </a:lnSpc>
              <a:buClrTx/>
              <a:buSzTx/>
              <a:buFontTx/>
            </a:pPr>
            <a:r>
              <a:rPr dirty="0">
                <a:sym typeface="+mn-ea"/>
              </a:rPr>
              <a:t>标题</a:t>
            </a:r>
            <a:endParaRPr dirty="0">
              <a:sym typeface="+mn-ea"/>
            </a:endParaRPr>
          </a:p>
        </p:txBody>
      </p:sp>
      <p:pic>
        <p:nvPicPr>
          <p:cNvPr id="8" name="图片 7" descr="未标题-1_画板 1"/>
          <p:cNvPicPr>
            <a:picLocks noChangeAspect="1"/>
          </p:cNvPicPr>
          <p:nvPr>
            <p:custDataLst>
              <p:tags r:id="rId6"/>
            </p:custDataLst>
          </p:nvPr>
        </p:nvPicPr>
        <p:blipFill>
          <a:blip r:embed="rId7"/>
          <a:srcRect t="32511" r="62426" b="3782"/>
          <a:stretch>
            <a:fillRect/>
          </a:stretch>
        </p:blipFill>
        <p:spPr>
          <a:xfrm>
            <a:off x="178435" y="2091055"/>
            <a:ext cx="4771390" cy="4549775"/>
          </a:xfrm>
          <a:prstGeom prst="rect">
            <a:avLst/>
          </a:prstGeom>
        </p:spPr>
      </p:pic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8"/>
            </p:custDataLst>
          </p:nvPr>
        </p:nvSpPr>
        <p:spPr>
          <a:xfrm>
            <a:off x="612000" y="6314400"/>
            <a:ext cx="2700000" cy="316800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9"/>
            </p:custDataLst>
          </p:nvPr>
        </p:nvSpPr>
        <p:spPr>
          <a:xfrm>
            <a:off x="4116000" y="6314400"/>
            <a:ext cx="3960000" cy="316800"/>
          </a:xfrm>
        </p:spPr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10"/>
            </p:custDataLst>
          </p:nvPr>
        </p:nvSpPr>
        <p:spPr>
          <a:xfrm>
            <a:off x="8877600" y="6314400"/>
            <a:ext cx="2700000" cy="316800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11" name="文本框 10"/>
          <p:cNvSpPr txBox="1"/>
          <p:nvPr userDrawn="1">
            <p:custDataLst>
              <p:tags r:id="rId11"/>
            </p:custDataLst>
          </p:nvPr>
        </p:nvSpPr>
        <p:spPr>
          <a:xfrm>
            <a:off x="2552247" y="1035517"/>
            <a:ext cx="1532679" cy="229214"/>
          </a:xfrm>
          <a:custGeom>
            <a:avLst/>
            <a:gdLst/>
            <a:ahLst/>
            <a:cxnLst/>
            <a:rect l="l" t="t" r="r" b="b"/>
            <a:pathLst>
              <a:path w="1532679" h="229214">
                <a:moveTo>
                  <a:pt x="290910" y="25296"/>
                </a:moveTo>
                <a:cubicBezTo>
                  <a:pt x="278078" y="25296"/>
                  <a:pt x="267307" y="27705"/>
                  <a:pt x="258599" y="32523"/>
                </a:cubicBezTo>
                <a:cubicBezTo>
                  <a:pt x="249891" y="37342"/>
                  <a:pt x="242816" y="43766"/>
                  <a:pt x="237374" y="51797"/>
                </a:cubicBezTo>
                <a:cubicBezTo>
                  <a:pt x="231932" y="59827"/>
                  <a:pt x="228036" y="69206"/>
                  <a:pt x="225687" y="79932"/>
                </a:cubicBezTo>
                <a:cubicBezTo>
                  <a:pt x="223338" y="90659"/>
                  <a:pt x="222163" y="101930"/>
                  <a:pt x="222163" y="113746"/>
                </a:cubicBezTo>
                <a:cubicBezTo>
                  <a:pt x="222163" y="126825"/>
                  <a:pt x="223252" y="138870"/>
                  <a:pt x="225429" y="149884"/>
                </a:cubicBezTo>
                <a:cubicBezTo>
                  <a:pt x="227606" y="160897"/>
                  <a:pt x="231273" y="170390"/>
                  <a:pt x="236429" y="178363"/>
                </a:cubicBezTo>
                <a:cubicBezTo>
                  <a:pt x="241585" y="186336"/>
                  <a:pt x="248488" y="192531"/>
                  <a:pt x="257139" y="196948"/>
                </a:cubicBezTo>
                <a:cubicBezTo>
                  <a:pt x="265790" y="201365"/>
                  <a:pt x="276645" y="203573"/>
                  <a:pt x="289706" y="203573"/>
                </a:cubicBezTo>
                <a:cubicBezTo>
                  <a:pt x="302653" y="203573"/>
                  <a:pt x="313538" y="201164"/>
                  <a:pt x="322361" y="196346"/>
                </a:cubicBezTo>
                <a:cubicBezTo>
                  <a:pt x="331184" y="191528"/>
                  <a:pt x="338288" y="185017"/>
                  <a:pt x="343672" y="176815"/>
                </a:cubicBezTo>
                <a:cubicBezTo>
                  <a:pt x="349057" y="168612"/>
                  <a:pt x="352895" y="159119"/>
                  <a:pt x="355187" y="148335"/>
                </a:cubicBezTo>
                <a:cubicBezTo>
                  <a:pt x="357479" y="137551"/>
                  <a:pt x="358625" y="126136"/>
                  <a:pt x="358625" y="114090"/>
                </a:cubicBezTo>
                <a:cubicBezTo>
                  <a:pt x="358625" y="101471"/>
                  <a:pt x="357508" y="89741"/>
                  <a:pt x="355273" y="78900"/>
                </a:cubicBezTo>
                <a:cubicBezTo>
                  <a:pt x="353039" y="68058"/>
                  <a:pt x="349315" y="58651"/>
                  <a:pt x="344101" y="50678"/>
                </a:cubicBezTo>
                <a:cubicBezTo>
                  <a:pt x="338888" y="42705"/>
                  <a:pt x="331927" y="36481"/>
                  <a:pt x="323220" y="32007"/>
                </a:cubicBezTo>
                <a:cubicBezTo>
                  <a:pt x="314513" y="27533"/>
                  <a:pt x="303743" y="25296"/>
                  <a:pt x="290910" y="25296"/>
                </a:cubicBezTo>
                <a:close/>
                <a:moveTo>
                  <a:pt x="1220465" y="3269"/>
                </a:moveTo>
                <a:lnTo>
                  <a:pt x="1375340" y="3269"/>
                </a:lnTo>
                <a:cubicBezTo>
                  <a:pt x="1376257" y="3269"/>
                  <a:pt x="1377089" y="3499"/>
                  <a:pt x="1377835" y="3958"/>
                </a:cubicBezTo>
                <a:cubicBezTo>
                  <a:pt x="1378580" y="4416"/>
                  <a:pt x="1379211" y="5162"/>
                  <a:pt x="1379728" y="6195"/>
                </a:cubicBezTo>
                <a:cubicBezTo>
                  <a:pt x="1380244" y="7227"/>
                  <a:pt x="1380617" y="8575"/>
                  <a:pt x="1380846" y="10239"/>
                </a:cubicBezTo>
                <a:cubicBezTo>
                  <a:pt x="1381076" y="11902"/>
                  <a:pt x="1381190" y="13824"/>
                  <a:pt x="1381190" y="16003"/>
                </a:cubicBezTo>
                <a:cubicBezTo>
                  <a:pt x="1381190" y="18183"/>
                  <a:pt x="1381076" y="20076"/>
                  <a:pt x="1380846" y="21682"/>
                </a:cubicBezTo>
                <a:cubicBezTo>
                  <a:pt x="1380617" y="23288"/>
                  <a:pt x="1380244" y="24579"/>
                  <a:pt x="1379728" y="25554"/>
                </a:cubicBezTo>
                <a:cubicBezTo>
                  <a:pt x="1379211" y="26529"/>
                  <a:pt x="1378580" y="27246"/>
                  <a:pt x="1377835" y="27705"/>
                </a:cubicBezTo>
                <a:cubicBezTo>
                  <a:pt x="1377089" y="28164"/>
                  <a:pt x="1376257" y="28393"/>
                  <a:pt x="1375340" y="28393"/>
                </a:cubicBezTo>
                <a:lnTo>
                  <a:pt x="1312702" y="28393"/>
                </a:lnTo>
                <a:lnTo>
                  <a:pt x="1312702" y="221470"/>
                </a:lnTo>
                <a:cubicBezTo>
                  <a:pt x="1312702" y="222388"/>
                  <a:pt x="1312472" y="223191"/>
                  <a:pt x="1312013" y="223879"/>
                </a:cubicBezTo>
                <a:cubicBezTo>
                  <a:pt x="1311554" y="224567"/>
                  <a:pt x="1310751" y="225112"/>
                  <a:pt x="1309604" y="225514"/>
                </a:cubicBezTo>
                <a:cubicBezTo>
                  <a:pt x="1308457" y="225915"/>
                  <a:pt x="1306937" y="226260"/>
                  <a:pt x="1305044" y="226546"/>
                </a:cubicBezTo>
                <a:cubicBezTo>
                  <a:pt x="1303151" y="226833"/>
                  <a:pt x="1300771" y="226977"/>
                  <a:pt x="1297902" y="226977"/>
                </a:cubicBezTo>
                <a:cubicBezTo>
                  <a:pt x="1295149" y="226977"/>
                  <a:pt x="1292797" y="226833"/>
                  <a:pt x="1290847" y="226546"/>
                </a:cubicBezTo>
                <a:cubicBezTo>
                  <a:pt x="1288897" y="226260"/>
                  <a:pt x="1287348" y="225915"/>
                  <a:pt x="1286201" y="225514"/>
                </a:cubicBezTo>
                <a:cubicBezTo>
                  <a:pt x="1285054" y="225112"/>
                  <a:pt x="1284251" y="224567"/>
                  <a:pt x="1283792" y="223879"/>
                </a:cubicBezTo>
                <a:cubicBezTo>
                  <a:pt x="1283333" y="223191"/>
                  <a:pt x="1283103" y="222388"/>
                  <a:pt x="1283103" y="221470"/>
                </a:cubicBezTo>
                <a:lnTo>
                  <a:pt x="1283103" y="28393"/>
                </a:lnTo>
                <a:lnTo>
                  <a:pt x="1220465" y="28393"/>
                </a:lnTo>
                <a:cubicBezTo>
                  <a:pt x="1219548" y="28393"/>
                  <a:pt x="1218716" y="28164"/>
                  <a:pt x="1217970" y="27705"/>
                </a:cubicBezTo>
                <a:cubicBezTo>
                  <a:pt x="1217224" y="27246"/>
                  <a:pt x="1216622" y="26529"/>
                  <a:pt x="1216163" y="25554"/>
                </a:cubicBezTo>
                <a:cubicBezTo>
                  <a:pt x="1215704" y="24579"/>
                  <a:pt x="1215332" y="23288"/>
                  <a:pt x="1215045" y="21682"/>
                </a:cubicBezTo>
                <a:cubicBezTo>
                  <a:pt x="1214758" y="20076"/>
                  <a:pt x="1214614" y="18183"/>
                  <a:pt x="1214614" y="16003"/>
                </a:cubicBezTo>
                <a:cubicBezTo>
                  <a:pt x="1214614" y="13824"/>
                  <a:pt x="1214758" y="11902"/>
                  <a:pt x="1215045" y="10239"/>
                </a:cubicBezTo>
                <a:cubicBezTo>
                  <a:pt x="1215332" y="8575"/>
                  <a:pt x="1215704" y="7227"/>
                  <a:pt x="1216163" y="6195"/>
                </a:cubicBezTo>
                <a:cubicBezTo>
                  <a:pt x="1216622" y="5162"/>
                  <a:pt x="1217224" y="4416"/>
                  <a:pt x="1217970" y="3958"/>
                </a:cubicBezTo>
                <a:cubicBezTo>
                  <a:pt x="1218716" y="3499"/>
                  <a:pt x="1219548" y="3269"/>
                  <a:pt x="1220465" y="3269"/>
                </a:cubicBezTo>
                <a:close/>
                <a:moveTo>
                  <a:pt x="852595" y="3269"/>
                </a:moveTo>
                <a:lnTo>
                  <a:pt x="958253" y="3269"/>
                </a:lnTo>
                <a:cubicBezTo>
                  <a:pt x="959171" y="3269"/>
                  <a:pt x="960003" y="3499"/>
                  <a:pt x="960749" y="3958"/>
                </a:cubicBezTo>
                <a:cubicBezTo>
                  <a:pt x="961494" y="4416"/>
                  <a:pt x="962096" y="5162"/>
                  <a:pt x="962555" y="6195"/>
                </a:cubicBezTo>
                <a:cubicBezTo>
                  <a:pt x="963014" y="7227"/>
                  <a:pt x="963387" y="8518"/>
                  <a:pt x="963674" y="10067"/>
                </a:cubicBezTo>
                <a:cubicBezTo>
                  <a:pt x="963961" y="11615"/>
                  <a:pt x="964104" y="13537"/>
                  <a:pt x="964104" y="15831"/>
                </a:cubicBezTo>
                <a:cubicBezTo>
                  <a:pt x="964104" y="17896"/>
                  <a:pt x="963961" y="19703"/>
                  <a:pt x="963674" y="21252"/>
                </a:cubicBezTo>
                <a:cubicBezTo>
                  <a:pt x="963387" y="22801"/>
                  <a:pt x="963014" y="24063"/>
                  <a:pt x="962555" y="25038"/>
                </a:cubicBezTo>
                <a:cubicBezTo>
                  <a:pt x="962096" y="26013"/>
                  <a:pt x="961494" y="26730"/>
                  <a:pt x="960749" y="27189"/>
                </a:cubicBezTo>
                <a:cubicBezTo>
                  <a:pt x="960003" y="27648"/>
                  <a:pt x="959171" y="27877"/>
                  <a:pt x="958253" y="27877"/>
                </a:cubicBezTo>
                <a:lnTo>
                  <a:pt x="871180" y="27877"/>
                </a:lnTo>
                <a:lnTo>
                  <a:pt x="871180" y="97743"/>
                </a:lnTo>
                <a:lnTo>
                  <a:pt x="945863" y="97743"/>
                </a:lnTo>
                <a:cubicBezTo>
                  <a:pt x="946781" y="97743"/>
                  <a:pt x="947613" y="98001"/>
                  <a:pt x="948359" y="98517"/>
                </a:cubicBezTo>
                <a:cubicBezTo>
                  <a:pt x="949104" y="99033"/>
                  <a:pt x="949735" y="99750"/>
                  <a:pt x="950251" y="100668"/>
                </a:cubicBezTo>
                <a:cubicBezTo>
                  <a:pt x="950768" y="101586"/>
                  <a:pt x="951141" y="102848"/>
                  <a:pt x="951370" y="104454"/>
                </a:cubicBezTo>
                <a:cubicBezTo>
                  <a:pt x="951599" y="106060"/>
                  <a:pt x="951714" y="107953"/>
                  <a:pt x="951714" y="110133"/>
                </a:cubicBezTo>
                <a:cubicBezTo>
                  <a:pt x="951714" y="112198"/>
                  <a:pt x="951599" y="113976"/>
                  <a:pt x="951370" y="115467"/>
                </a:cubicBezTo>
                <a:cubicBezTo>
                  <a:pt x="951141" y="116958"/>
                  <a:pt x="950768" y="118163"/>
                  <a:pt x="950251" y="119081"/>
                </a:cubicBezTo>
                <a:cubicBezTo>
                  <a:pt x="949735" y="119999"/>
                  <a:pt x="949104" y="120658"/>
                  <a:pt x="948359" y="121060"/>
                </a:cubicBezTo>
                <a:cubicBezTo>
                  <a:pt x="947613" y="121461"/>
                  <a:pt x="946781" y="121662"/>
                  <a:pt x="945863" y="121662"/>
                </a:cubicBezTo>
                <a:lnTo>
                  <a:pt x="871180" y="121662"/>
                </a:lnTo>
                <a:lnTo>
                  <a:pt x="871180" y="201336"/>
                </a:lnTo>
                <a:lnTo>
                  <a:pt x="959458" y="201336"/>
                </a:lnTo>
                <a:cubicBezTo>
                  <a:pt x="960376" y="201336"/>
                  <a:pt x="961207" y="201566"/>
                  <a:pt x="961953" y="202025"/>
                </a:cubicBezTo>
                <a:cubicBezTo>
                  <a:pt x="962699" y="202484"/>
                  <a:pt x="963358" y="203201"/>
                  <a:pt x="963932" y="204176"/>
                </a:cubicBezTo>
                <a:cubicBezTo>
                  <a:pt x="964506" y="205151"/>
                  <a:pt x="964907" y="206413"/>
                  <a:pt x="965137" y="207961"/>
                </a:cubicBezTo>
                <a:cubicBezTo>
                  <a:pt x="965366" y="209510"/>
                  <a:pt x="965481" y="211432"/>
                  <a:pt x="965481" y="213726"/>
                </a:cubicBezTo>
                <a:cubicBezTo>
                  <a:pt x="965481" y="215791"/>
                  <a:pt x="965366" y="217598"/>
                  <a:pt x="965137" y="219147"/>
                </a:cubicBezTo>
                <a:cubicBezTo>
                  <a:pt x="964907" y="220696"/>
                  <a:pt x="964506" y="221986"/>
                  <a:pt x="963932" y="223019"/>
                </a:cubicBezTo>
                <a:cubicBezTo>
                  <a:pt x="963358" y="224051"/>
                  <a:pt x="962699" y="224797"/>
                  <a:pt x="961953" y="225256"/>
                </a:cubicBezTo>
                <a:cubicBezTo>
                  <a:pt x="961207" y="225715"/>
                  <a:pt x="960376" y="225944"/>
                  <a:pt x="959458" y="225944"/>
                </a:cubicBezTo>
                <a:lnTo>
                  <a:pt x="852595" y="225944"/>
                </a:lnTo>
                <a:cubicBezTo>
                  <a:pt x="849956" y="225944"/>
                  <a:pt x="847461" y="225055"/>
                  <a:pt x="845109" y="223277"/>
                </a:cubicBezTo>
                <a:cubicBezTo>
                  <a:pt x="842757" y="221499"/>
                  <a:pt x="841581" y="218372"/>
                  <a:pt x="841581" y="213898"/>
                </a:cubicBezTo>
                <a:lnTo>
                  <a:pt x="841581" y="15315"/>
                </a:lnTo>
                <a:cubicBezTo>
                  <a:pt x="841581" y="10841"/>
                  <a:pt x="842757" y="7715"/>
                  <a:pt x="845109" y="5937"/>
                </a:cubicBezTo>
                <a:cubicBezTo>
                  <a:pt x="847461" y="4158"/>
                  <a:pt x="849956" y="3269"/>
                  <a:pt x="852595" y="3269"/>
                </a:cubicBezTo>
                <a:close/>
                <a:moveTo>
                  <a:pt x="648965" y="3269"/>
                </a:moveTo>
                <a:lnTo>
                  <a:pt x="803839" y="3269"/>
                </a:lnTo>
                <a:cubicBezTo>
                  <a:pt x="804757" y="3269"/>
                  <a:pt x="805589" y="3499"/>
                  <a:pt x="806335" y="3958"/>
                </a:cubicBezTo>
                <a:cubicBezTo>
                  <a:pt x="807080" y="4416"/>
                  <a:pt x="807711" y="5162"/>
                  <a:pt x="808228" y="6195"/>
                </a:cubicBezTo>
                <a:cubicBezTo>
                  <a:pt x="808744" y="7227"/>
                  <a:pt x="809117" y="8575"/>
                  <a:pt x="809346" y="10239"/>
                </a:cubicBezTo>
                <a:cubicBezTo>
                  <a:pt x="809576" y="11902"/>
                  <a:pt x="809690" y="13824"/>
                  <a:pt x="809690" y="16003"/>
                </a:cubicBezTo>
                <a:cubicBezTo>
                  <a:pt x="809690" y="18183"/>
                  <a:pt x="809576" y="20076"/>
                  <a:pt x="809346" y="21682"/>
                </a:cubicBezTo>
                <a:cubicBezTo>
                  <a:pt x="809117" y="23288"/>
                  <a:pt x="808744" y="24579"/>
                  <a:pt x="808228" y="25554"/>
                </a:cubicBezTo>
                <a:cubicBezTo>
                  <a:pt x="807711" y="26529"/>
                  <a:pt x="807080" y="27246"/>
                  <a:pt x="806335" y="27705"/>
                </a:cubicBezTo>
                <a:cubicBezTo>
                  <a:pt x="805589" y="28164"/>
                  <a:pt x="804757" y="28393"/>
                  <a:pt x="803839" y="28393"/>
                </a:cubicBezTo>
                <a:lnTo>
                  <a:pt x="741201" y="28393"/>
                </a:lnTo>
                <a:lnTo>
                  <a:pt x="741201" y="221470"/>
                </a:lnTo>
                <a:cubicBezTo>
                  <a:pt x="741201" y="222388"/>
                  <a:pt x="740972" y="223191"/>
                  <a:pt x="740513" y="223879"/>
                </a:cubicBezTo>
                <a:cubicBezTo>
                  <a:pt x="740054" y="224567"/>
                  <a:pt x="739251" y="225112"/>
                  <a:pt x="738104" y="225514"/>
                </a:cubicBezTo>
                <a:cubicBezTo>
                  <a:pt x="736957" y="225915"/>
                  <a:pt x="735437" y="226260"/>
                  <a:pt x="733544" y="226546"/>
                </a:cubicBezTo>
                <a:cubicBezTo>
                  <a:pt x="731651" y="226833"/>
                  <a:pt x="729270" y="226977"/>
                  <a:pt x="726402" y="226977"/>
                </a:cubicBezTo>
                <a:cubicBezTo>
                  <a:pt x="723649" y="226977"/>
                  <a:pt x="721297" y="226833"/>
                  <a:pt x="719347" y="226546"/>
                </a:cubicBezTo>
                <a:cubicBezTo>
                  <a:pt x="717397" y="226260"/>
                  <a:pt x="715848" y="225915"/>
                  <a:pt x="714701" y="225514"/>
                </a:cubicBezTo>
                <a:cubicBezTo>
                  <a:pt x="713554" y="225112"/>
                  <a:pt x="712750" y="224567"/>
                  <a:pt x="712292" y="223879"/>
                </a:cubicBezTo>
                <a:cubicBezTo>
                  <a:pt x="711833" y="223191"/>
                  <a:pt x="711603" y="222388"/>
                  <a:pt x="711603" y="221470"/>
                </a:cubicBezTo>
                <a:lnTo>
                  <a:pt x="711603" y="28393"/>
                </a:lnTo>
                <a:lnTo>
                  <a:pt x="648965" y="28393"/>
                </a:lnTo>
                <a:cubicBezTo>
                  <a:pt x="648047" y="28393"/>
                  <a:pt x="647216" y="28164"/>
                  <a:pt x="646470" y="27705"/>
                </a:cubicBezTo>
                <a:cubicBezTo>
                  <a:pt x="645724" y="27246"/>
                  <a:pt x="645122" y="26529"/>
                  <a:pt x="644663" y="25554"/>
                </a:cubicBezTo>
                <a:cubicBezTo>
                  <a:pt x="644204" y="24579"/>
                  <a:pt x="643831" y="23288"/>
                  <a:pt x="643545" y="21682"/>
                </a:cubicBezTo>
                <a:cubicBezTo>
                  <a:pt x="643258" y="20076"/>
                  <a:pt x="643114" y="18183"/>
                  <a:pt x="643114" y="16003"/>
                </a:cubicBezTo>
                <a:cubicBezTo>
                  <a:pt x="643114" y="13824"/>
                  <a:pt x="643258" y="11902"/>
                  <a:pt x="643545" y="10239"/>
                </a:cubicBezTo>
                <a:cubicBezTo>
                  <a:pt x="643831" y="8575"/>
                  <a:pt x="644204" y="7227"/>
                  <a:pt x="644663" y="6195"/>
                </a:cubicBezTo>
                <a:cubicBezTo>
                  <a:pt x="645122" y="5162"/>
                  <a:pt x="645724" y="4416"/>
                  <a:pt x="646470" y="3958"/>
                </a:cubicBezTo>
                <a:cubicBezTo>
                  <a:pt x="647216" y="3499"/>
                  <a:pt x="648047" y="3269"/>
                  <a:pt x="648965" y="3269"/>
                </a:cubicBezTo>
                <a:close/>
                <a:moveTo>
                  <a:pt x="1166801" y="2753"/>
                </a:moveTo>
                <a:cubicBezTo>
                  <a:pt x="1169464" y="2753"/>
                  <a:pt x="1171764" y="2868"/>
                  <a:pt x="1173701" y="3097"/>
                </a:cubicBezTo>
                <a:cubicBezTo>
                  <a:pt x="1175638" y="3327"/>
                  <a:pt x="1177152" y="3699"/>
                  <a:pt x="1178241" y="4216"/>
                </a:cubicBezTo>
                <a:cubicBezTo>
                  <a:pt x="1179331" y="4732"/>
                  <a:pt x="1180118" y="5334"/>
                  <a:pt x="1180602" y="6023"/>
                </a:cubicBezTo>
                <a:cubicBezTo>
                  <a:pt x="1181086" y="6711"/>
                  <a:pt x="1181328" y="7457"/>
                  <a:pt x="1181328" y="8260"/>
                </a:cubicBezTo>
                <a:lnTo>
                  <a:pt x="1181328" y="213726"/>
                </a:lnTo>
                <a:cubicBezTo>
                  <a:pt x="1181328" y="216021"/>
                  <a:pt x="1180943" y="217971"/>
                  <a:pt x="1180172" y="219577"/>
                </a:cubicBezTo>
                <a:cubicBezTo>
                  <a:pt x="1179401" y="221183"/>
                  <a:pt x="1178393" y="222502"/>
                  <a:pt x="1177147" y="223535"/>
                </a:cubicBezTo>
                <a:cubicBezTo>
                  <a:pt x="1175901" y="224567"/>
                  <a:pt x="1174507" y="225313"/>
                  <a:pt x="1172965" y="225772"/>
                </a:cubicBezTo>
                <a:cubicBezTo>
                  <a:pt x="1171422" y="226231"/>
                  <a:pt x="1169879" y="226460"/>
                  <a:pt x="1168336" y="226460"/>
                </a:cubicBezTo>
                <a:lnTo>
                  <a:pt x="1158549" y="226460"/>
                </a:lnTo>
                <a:cubicBezTo>
                  <a:pt x="1155464" y="226460"/>
                  <a:pt x="1152764" y="226145"/>
                  <a:pt x="1150450" y="225514"/>
                </a:cubicBezTo>
                <a:cubicBezTo>
                  <a:pt x="1148136" y="224883"/>
                  <a:pt x="1145941" y="223736"/>
                  <a:pt x="1143865" y="222072"/>
                </a:cubicBezTo>
                <a:cubicBezTo>
                  <a:pt x="1141789" y="220409"/>
                  <a:pt x="1139713" y="218143"/>
                  <a:pt x="1137637" y="215275"/>
                </a:cubicBezTo>
                <a:cubicBezTo>
                  <a:pt x="1135560" y="212407"/>
                  <a:pt x="1133357" y="208736"/>
                  <a:pt x="1131026" y="204262"/>
                </a:cubicBezTo>
                <a:lnTo>
                  <a:pt x="1063097" y="77609"/>
                </a:lnTo>
                <a:cubicBezTo>
                  <a:pt x="1059546" y="71070"/>
                  <a:pt x="1055966" y="64215"/>
                  <a:pt x="1052359" y="57045"/>
                </a:cubicBezTo>
                <a:cubicBezTo>
                  <a:pt x="1048751" y="49875"/>
                  <a:pt x="1045394" y="42906"/>
                  <a:pt x="1042285" y="36137"/>
                </a:cubicBezTo>
                <a:lnTo>
                  <a:pt x="1041941" y="36137"/>
                </a:lnTo>
                <a:cubicBezTo>
                  <a:pt x="1042171" y="44397"/>
                  <a:pt x="1042343" y="52829"/>
                  <a:pt x="1042457" y="61433"/>
                </a:cubicBezTo>
                <a:cubicBezTo>
                  <a:pt x="1042572" y="70037"/>
                  <a:pt x="1042630" y="78584"/>
                  <a:pt x="1042630" y="87073"/>
                </a:cubicBezTo>
                <a:lnTo>
                  <a:pt x="1042630" y="221470"/>
                </a:lnTo>
                <a:cubicBezTo>
                  <a:pt x="1042630" y="222273"/>
                  <a:pt x="1042388" y="223047"/>
                  <a:pt x="1041904" y="223793"/>
                </a:cubicBezTo>
                <a:cubicBezTo>
                  <a:pt x="1041420" y="224539"/>
                  <a:pt x="1040603" y="225112"/>
                  <a:pt x="1039453" y="225514"/>
                </a:cubicBezTo>
                <a:cubicBezTo>
                  <a:pt x="1038303" y="225915"/>
                  <a:pt x="1036790" y="226260"/>
                  <a:pt x="1034913" y="226546"/>
                </a:cubicBezTo>
                <a:cubicBezTo>
                  <a:pt x="1033036" y="226833"/>
                  <a:pt x="1030645" y="226977"/>
                  <a:pt x="1027739" y="226977"/>
                </a:cubicBezTo>
                <a:cubicBezTo>
                  <a:pt x="1024833" y="226977"/>
                  <a:pt x="1022443" y="226833"/>
                  <a:pt x="1020567" y="226546"/>
                </a:cubicBezTo>
                <a:cubicBezTo>
                  <a:pt x="1018691" y="226260"/>
                  <a:pt x="1017208" y="225915"/>
                  <a:pt x="1016118" y="225514"/>
                </a:cubicBezTo>
                <a:cubicBezTo>
                  <a:pt x="1015028" y="225112"/>
                  <a:pt x="1014241" y="224539"/>
                  <a:pt x="1013757" y="223793"/>
                </a:cubicBezTo>
                <a:cubicBezTo>
                  <a:pt x="1013273" y="223047"/>
                  <a:pt x="1013031" y="222273"/>
                  <a:pt x="1013031" y="221470"/>
                </a:cubicBezTo>
                <a:lnTo>
                  <a:pt x="1013031" y="16003"/>
                </a:lnTo>
                <a:cubicBezTo>
                  <a:pt x="1013031" y="11415"/>
                  <a:pt x="1014334" y="8145"/>
                  <a:pt x="1016940" y="6195"/>
                </a:cubicBezTo>
                <a:cubicBezTo>
                  <a:pt x="1019545" y="4244"/>
                  <a:pt x="1022387" y="3269"/>
                  <a:pt x="1025464" y="3269"/>
                </a:cubicBezTo>
                <a:lnTo>
                  <a:pt x="1040030" y="3269"/>
                </a:lnTo>
                <a:cubicBezTo>
                  <a:pt x="1043462" y="3269"/>
                  <a:pt x="1046333" y="3556"/>
                  <a:pt x="1048643" y="4130"/>
                </a:cubicBezTo>
                <a:cubicBezTo>
                  <a:pt x="1050953" y="4703"/>
                  <a:pt x="1053025" y="5650"/>
                  <a:pt x="1054860" y="6969"/>
                </a:cubicBezTo>
                <a:cubicBezTo>
                  <a:pt x="1056694" y="8288"/>
                  <a:pt x="1058470" y="10124"/>
                  <a:pt x="1060187" y="12476"/>
                </a:cubicBezTo>
                <a:cubicBezTo>
                  <a:pt x="1061905" y="14827"/>
                  <a:pt x="1063706" y="17782"/>
                  <a:pt x="1065592" y="21338"/>
                </a:cubicBezTo>
                <a:lnTo>
                  <a:pt x="1117814" y="119081"/>
                </a:lnTo>
                <a:cubicBezTo>
                  <a:pt x="1121029" y="125046"/>
                  <a:pt x="1124134" y="130868"/>
                  <a:pt x="1127128" y="136547"/>
                </a:cubicBezTo>
                <a:cubicBezTo>
                  <a:pt x="1130121" y="142226"/>
                  <a:pt x="1133004" y="147819"/>
                  <a:pt x="1135776" y="153325"/>
                </a:cubicBezTo>
                <a:cubicBezTo>
                  <a:pt x="1138548" y="158832"/>
                  <a:pt x="1141292" y="164252"/>
                  <a:pt x="1144008" y="169587"/>
                </a:cubicBezTo>
                <a:cubicBezTo>
                  <a:pt x="1146723" y="174922"/>
                  <a:pt x="1149412" y="180285"/>
                  <a:pt x="1152074" y="185677"/>
                </a:cubicBezTo>
                <a:lnTo>
                  <a:pt x="1152246" y="185677"/>
                </a:lnTo>
                <a:cubicBezTo>
                  <a:pt x="1152017" y="176614"/>
                  <a:pt x="1151873" y="167178"/>
                  <a:pt x="1151816" y="157369"/>
                </a:cubicBezTo>
                <a:cubicBezTo>
                  <a:pt x="1151759" y="147560"/>
                  <a:pt x="1151730" y="138125"/>
                  <a:pt x="1151730" y="129062"/>
                </a:cubicBezTo>
                <a:lnTo>
                  <a:pt x="1151730" y="8260"/>
                </a:lnTo>
                <a:cubicBezTo>
                  <a:pt x="1151730" y="7457"/>
                  <a:pt x="1151972" y="6711"/>
                  <a:pt x="1152456" y="6023"/>
                </a:cubicBezTo>
                <a:cubicBezTo>
                  <a:pt x="1152940" y="5334"/>
                  <a:pt x="1153757" y="4732"/>
                  <a:pt x="1154907" y="4216"/>
                </a:cubicBezTo>
                <a:cubicBezTo>
                  <a:pt x="1156057" y="3699"/>
                  <a:pt x="1157570" y="3327"/>
                  <a:pt x="1159447" y="3097"/>
                </a:cubicBezTo>
                <a:cubicBezTo>
                  <a:pt x="1161324" y="2868"/>
                  <a:pt x="1163775" y="2753"/>
                  <a:pt x="1166801" y="2753"/>
                </a:cubicBezTo>
                <a:close/>
                <a:moveTo>
                  <a:pt x="595301" y="2753"/>
                </a:moveTo>
                <a:cubicBezTo>
                  <a:pt x="597964" y="2753"/>
                  <a:pt x="600264" y="2868"/>
                  <a:pt x="602201" y="3097"/>
                </a:cubicBezTo>
                <a:cubicBezTo>
                  <a:pt x="604138" y="3327"/>
                  <a:pt x="605651" y="3699"/>
                  <a:pt x="606741" y="4216"/>
                </a:cubicBezTo>
                <a:cubicBezTo>
                  <a:pt x="607831" y="4732"/>
                  <a:pt x="608618" y="5334"/>
                  <a:pt x="609102" y="6023"/>
                </a:cubicBezTo>
                <a:cubicBezTo>
                  <a:pt x="609586" y="6711"/>
                  <a:pt x="609828" y="7457"/>
                  <a:pt x="609828" y="8260"/>
                </a:cubicBezTo>
                <a:lnTo>
                  <a:pt x="609828" y="213726"/>
                </a:lnTo>
                <a:cubicBezTo>
                  <a:pt x="609828" y="216021"/>
                  <a:pt x="609443" y="217971"/>
                  <a:pt x="608672" y="219577"/>
                </a:cubicBezTo>
                <a:cubicBezTo>
                  <a:pt x="607901" y="221183"/>
                  <a:pt x="606893" y="222502"/>
                  <a:pt x="605647" y="223535"/>
                </a:cubicBezTo>
                <a:cubicBezTo>
                  <a:pt x="604401" y="224567"/>
                  <a:pt x="603007" y="225313"/>
                  <a:pt x="601465" y="225772"/>
                </a:cubicBezTo>
                <a:cubicBezTo>
                  <a:pt x="599922" y="226231"/>
                  <a:pt x="598379" y="226460"/>
                  <a:pt x="596836" y="226460"/>
                </a:cubicBezTo>
                <a:lnTo>
                  <a:pt x="587049" y="226460"/>
                </a:lnTo>
                <a:cubicBezTo>
                  <a:pt x="583964" y="226460"/>
                  <a:pt x="581264" y="226145"/>
                  <a:pt x="578950" y="225514"/>
                </a:cubicBezTo>
                <a:cubicBezTo>
                  <a:pt x="576636" y="224883"/>
                  <a:pt x="574441" y="223736"/>
                  <a:pt x="572365" y="222072"/>
                </a:cubicBezTo>
                <a:cubicBezTo>
                  <a:pt x="570289" y="220409"/>
                  <a:pt x="568213" y="218143"/>
                  <a:pt x="566137" y="215275"/>
                </a:cubicBezTo>
                <a:cubicBezTo>
                  <a:pt x="564060" y="212407"/>
                  <a:pt x="561856" y="208736"/>
                  <a:pt x="559526" y="204262"/>
                </a:cubicBezTo>
                <a:lnTo>
                  <a:pt x="491597" y="77609"/>
                </a:lnTo>
                <a:cubicBezTo>
                  <a:pt x="488046" y="71070"/>
                  <a:pt x="484466" y="64215"/>
                  <a:pt x="480859" y="57045"/>
                </a:cubicBezTo>
                <a:cubicBezTo>
                  <a:pt x="477251" y="49875"/>
                  <a:pt x="473894" y="42906"/>
                  <a:pt x="470785" y="36137"/>
                </a:cubicBezTo>
                <a:lnTo>
                  <a:pt x="470441" y="36137"/>
                </a:lnTo>
                <a:cubicBezTo>
                  <a:pt x="470671" y="44397"/>
                  <a:pt x="470843" y="52829"/>
                  <a:pt x="470957" y="61433"/>
                </a:cubicBezTo>
                <a:cubicBezTo>
                  <a:pt x="471072" y="70037"/>
                  <a:pt x="471130" y="78584"/>
                  <a:pt x="471130" y="87073"/>
                </a:cubicBezTo>
                <a:lnTo>
                  <a:pt x="471130" y="221470"/>
                </a:lnTo>
                <a:cubicBezTo>
                  <a:pt x="471130" y="222273"/>
                  <a:pt x="470888" y="223047"/>
                  <a:pt x="470404" y="223793"/>
                </a:cubicBezTo>
                <a:cubicBezTo>
                  <a:pt x="469920" y="224539"/>
                  <a:pt x="469103" y="225112"/>
                  <a:pt x="467953" y="225514"/>
                </a:cubicBezTo>
                <a:cubicBezTo>
                  <a:pt x="466803" y="225915"/>
                  <a:pt x="465290" y="226260"/>
                  <a:pt x="463413" y="226546"/>
                </a:cubicBezTo>
                <a:cubicBezTo>
                  <a:pt x="461536" y="226833"/>
                  <a:pt x="459145" y="226977"/>
                  <a:pt x="456239" y="226977"/>
                </a:cubicBezTo>
                <a:cubicBezTo>
                  <a:pt x="453333" y="226977"/>
                  <a:pt x="450943" y="226833"/>
                  <a:pt x="449067" y="226546"/>
                </a:cubicBezTo>
                <a:cubicBezTo>
                  <a:pt x="447191" y="226260"/>
                  <a:pt x="445708" y="225915"/>
                  <a:pt x="444618" y="225514"/>
                </a:cubicBezTo>
                <a:cubicBezTo>
                  <a:pt x="443528" y="225112"/>
                  <a:pt x="442741" y="224539"/>
                  <a:pt x="442257" y="223793"/>
                </a:cubicBezTo>
                <a:cubicBezTo>
                  <a:pt x="441773" y="223047"/>
                  <a:pt x="441531" y="222273"/>
                  <a:pt x="441531" y="221470"/>
                </a:cubicBezTo>
                <a:lnTo>
                  <a:pt x="441531" y="16003"/>
                </a:lnTo>
                <a:cubicBezTo>
                  <a:pt x="441531" y="11415"/>
                  <a:pt x="442834" y="8145"/>
                  <a:pt x="445440" y="6195"/>
                </a:cubicBezTo>
                <a:cubicBezTo>
                  <a:pt x="448045" y="4244"/>
                  <a:pt x="450887" y="3269"/>
                  <a:pt x="453964" y="3269"/>
                </a:cubicBezTo>
                <a:lnTo>
                  <a:pt x="468530" y="3269"/>
                </a:lnTo>
                <a:cubicBezTo>
                  <a:pt x="471962" y="3269"/>
                  <a:pt x="474833" y="3556"/>
                  <a:pt x="477143" y="4130"/>
                </a:cubicBezTo>
                <a:cubicBezTo>
                  <a:pt x="479453" y="4703"/>
                  <a:pt x="481525" y="5650"/>
                  <a:pt x="483359" y="6969"/>
                </a:cubicBezTo>
                <a:cubicBezTo>
                  <a:pt x="485194" y="8288"/>
                  <a:pt x="486970" y="10124"/>
                  <a:pt x="488687" y="12476"/>
                </a:cubicBezTo>
                <a:cubicBezTo>
                  <a:pt x="490405" y="14827"/>
                  <a:pt x="492206" y="17782"/>
                  <a:pt x="494092" y="21338"/>
                </a:cubicBezTo>
                <a:lnTo>
                  <a:pt x="546314" y="119081"/>
                </a:lnTo>
                <a:cubicBezTo>
                  <a:pt x="549529" y="125046"/>
                  <a:pt x="552634" y="130868"/>
                  <a:pt x="555627" y="136547"/>
                </a:cubicBezTo>
                <a:cubicBezTo>
                  <a:pt x="558621" y="142226"/>
                  <a:pt x="561504" y="147819"/>
                  <a:pt x="564276" y="153325"/>
                </a:cubicBezTo>
                <a:cubicBezTo>
                  <a:pt x="567048" y="158832"/>
                  <a:pt x="569792" y="164252"/>
                  <a:pt x="572508" y="169587"/>
                </a:cubicBezTo>
                <a:cubicBezTo>
                  <a:pt x="575223" y="174922"/>
                  <a:pt x="577912" y="180285"/>
                  <a:pt x="580574" y="185677"/>
                </a:cubicBezTo>
                <a:lnTo>
                  <a:pt x="580746" y="185677"/>
                </a:lnTo>
                <a:cubicBezTo>
                  <a:pt x="580517" y="176614"/>
                  <a:pt x="580373" y="167178"/>
                  <a:pt x="580316" y="157369"/>
                </a:cubicBezTo>
                <a:cubicBezTo>
                  <a:pt x="580259" y="147560"/>
                  <a:pt x="580230" y="138125"/>
                  <a:pt x="580230" y="129062"/>
                </a:cubicBezTo>
                <a:lnTo>
                  <a:pt x="580230" y="8260"/>
                </a:lnTo>
                <a:cubicBezTo>
                  <a:pt x="580230" y="7457"/>
                  <a:pt x="580472" y="6711"/>
                  <a:pt x="580956" y="6023"/>
                </a:cubicBezTo>
                <a:cubicBezTo>
                  <a:pt x="581440" y="5334"/>
                  <a:pt x="582257" y="4732"/>
                  <a:pt x="583407" y="4216"/>
                </a:cubicBezTo>
                <a:cubicBezTo>
                  <a:pt x="584557" y="3699"/>
                  <a:pt x="586070" y="3327"/>
                  <a:pt x="587947" y="3097"/>
                </a:cubicBezTo>
                <a:cubicBezTo>
                  <a:pt x="589824" y="2868"/>
                  <a:pt x="592275" y="2753"/>
                  <a:pt x="595301" y="2753"/>
                </a:cubicBezTo>
                <a:close/>
                <a:moveTo>
                  <a:pt x="97915" y="516"/>
                </a:moveTo>
                <a:cubicBezTo>
                  <a:pt x="104340" y="516"/>
                  <a:pt x="110592" y="1118"/>
                  <a:pt x="116672" y="2323"/>
                </a:cubicBezTo>
                <a:cubicBezTo>
                  <a:pt x="122752" y="3527"/>
                  <a:pt x="128374" y="5047"/>
                  <a:pt x="133536" y="6883"/>
                </a:cubicBezTo>
                <a:cubicBezTo>
                  <a:pt x="138699" y="8719"/>
                  <a:pt x="143288" y="10841"/>
                  <a:pt x="147303" y="13250"/>
                </a:cubicBezTo>
                <a:cubicBezTo>
                  <a:pt x="151318" y="15659"/>
                  <a:pt x="154100" y="17638"/>
                  <a:pt x="155649" y="19187"/>
                </a:cubicBezTo>
                <a:cubicBezTo>
                  <a:pt x="157198" y="20736"/>
                  <a:pt x="158201" y="21912"/>
                  <a:pt x="158660" y="22715"/>
                </a:cubicBezTo>
                <a:cubicBezTo>
                  <a:pt x="159119" y="23518"/>
                  <a:pt x="159492" y="24464"/>
                  <a:pt x="159779" y="25554"/>
                </a:cubicBezTo>
                <a:cubicBezTo>
                  <a:pt x="160066" y="26644"/>
                  <a:pt x="160295" y="27934"/>
                  <a:pt x="160467" y="29426"/>
                </a:cubicBezTo>
                <a:cubicBezTo>
                  <a:pt x="160639" y="30917"/>
                  <a:pt x="160725" y="32695"/>
                  <a:pt x="160725" y="34760"/>
                </a:cubicBezTo>
                <a:cubicBezTo>
                  <a:pt x="160725" y="37055"/>
                  <a:pt x="160610" y="39005"/>
                  <a:pt x="160380" y="40611"/>
                </a:cubicBezTo>
                <a:cubicBezTo>
                  <a:pt x="160149" y="42217"/>
                  <a:pt x="159803" y="43565"/>
                  <a:pt x="159342" y="44655"/>
                </a:cubicBezTo>
                <a:cubicBezTo>
                  <a:pt x="158880" y="45745"/>
                  <a:pt x="158332" y="46548"/>
                  <a:pt x="157698" y="47064"/>
                </a:cubicBezTo>
                <a:cubicBezTo>
                  <a:pt x="157063" y="47581"/>
                  <a:pt x="156284" y="47839"/>
                  <a:pt x="155361" y="47839"/>
                </a:cubicBezTo>
                <a:cubicBezTo>
                  <a:pt x="153748" y="47839"/>
                  <a:pt x="151499" y="46720"/>
                  <a:pt x="148615" y="44483"/>
                </a:cubicBezTo>
                <a:cubicBezTo>
                  <a:pt x="145731" y="42246"/>
                  <a:pt x="142011" y="39779"/>
                  <a:pt x="137455" y="37084"/>
                </a:cubicBezTo>
                <a:cubicBezTo>
                  <a:pt x="132899" y="34388"/>
                  <a:pt x="127364" y="31921"/>
                  <a:pt x="120848" y="29684"/>
                </a:cubicBezTo>
                <a:cubicBezTo>
                  <a:pt x="114332" y="27447"/>
                  <a:pt x="106518" y="26328"/>
                  <a:pt x="97407" y="26328"/>
                </a:cubicBezTo>
                <a:cubicBezTo>
                  <a:pt x="87487" y="26328"/>
                  <a:pt x="78462" y="28307"/>
                  <a:pt x="70331" y="32265"/>
                </a:cubicBezTo>
                <a:cubicBezTo>
                  <a:pt x="62200" y="36223"/>
                  <a:pt x="55251" y="42045"/>
                  <a:pt x="49485" y="49732"/>
                </a:cubicBezTo>
                <a:cubicBezTo>
                  <a:pt x="43718" y="57418"/>
                  <a:pt x="39249" y="66796"/>
                  <a:pt x="36077" y="77867"/>
                </a:cubicBezTo>
                <a:cubicBezTo>
                  <a:pt x="32905" y="88938"/>
                  <a:pt x="31319" y="101586"/>
                  <a:pt x="31319" y="115811"/>
                </a:cubicBezTo>
                <a:cubicBezTo>
                  <a:pt x="31319" y="129922"/>
                  <a:pt x="32847" y="142398"/>
                  <a:pt x="35904" y="153239"/>
                </a:cubicBezTo>
                <a:cubicBezTo>
                  <a:pt x="38960" y="164080"/>
                  <a:pt x="43343" y="173143"/>
                  <a:pt x="49052" y="180428"/>
                </a:cubicBezTo>
                <a:cubicBezTo>
                  <a:pt x="54761" y="187713"/>
                  <a:pt x="61767" y="193220"/>
                  <a:pt x="70071" y="196948"/>
                </a:cubicBezTo>
                <a:cubicBezTo>
                  <a:pt x="78375" y="200677"/>
                  <a:pt x="87775" y="202541"/>
                  <a:pt x="98270" y="202541"/>
                </a:cubicBezTo>
                <a:cubicBezTo>
                  <a:pt x="107150" y="202541"/>
                  <a:pt x="114906" y="201451"/>
                  <a:pt x="121537" y="199271"/>
                </a:cubicBezTo>
                <a:cubicBezTo>
                  <a:pt x="128169" y="197092"/>
                  <a:pt x="133820" y="194654"/>
                  <a:pt x="138490" y="191958"/>
                </a:cubicBezTo>
                <a:cubicBezTo>
                  <a:pt x="143161" y="189262"/>
                  <a:pt x="146995" y="186824"/>
                  <a:pt x="149994" y="184644"/>
                </a:cubicBezTo>
                <a:cubicBezTo>
                  <a:pt x="152993" y="182465"/>
                  <a:pt x="155358" y="181375"/>
                  <a:pt x="157087" y="181375"/>
                </a:cubicBezTo>
                <a:cubicBezTo>
                  <a:pt x="157896" y="181375"/>
                  <a:pt x="158588" y="181547"/>
                  <a:pt x="159164" y="181891"/>
                </a:cubicBezTo>
                <a:cubicBezTo>
                  <a:pt x="159741" y="182235"/>
                  <a:pt x="160202" y="182895"/>
                  <a:pt x="160548" y="183870"/>
                </a:cubicBezTo>
                <a:cubicBezTo>
                  <a:pt x="160894" y="184845"/>
                  <a:pt x="161153" y="186193"/>
                  <a:pt x="161326" y="187914"/>
                </a:cubicBezTo>
                <a:cubicBezTo>
                  <a:pt x="161499" y="189635"/>
                  <a:pt x="161586" y="191814"/>
                  <a:pt x="161586" y="194453"/>
                </a:cubicBezTo>
                <a:cubicBezTo>
                  <a:pt x="161586" y="196289"/>
                  <a:pt x="161528" y="197895"/>
                  <a:pt x="161414" y="199271"/>
                </a:cubicBezTo>
                <a:cubicBezTo>
                  <a:pt x="161299" y="200648"/>
                  <a:pt x="161098" y="201853"/>
                  <a:pt x="160811" y="202885"/>
                </a:cubicBezTo>
                <a:cubicBezTo>
                  <a:pt x="160525" y="203918"/>
                  <a:pt x="160152" y="204835"/>
                  <a:pt x="159693" y="205638"/>
                </a:cubicBezTo>
                <a:cubicBezTo>
                  <a:pt x="159234" y="206441"/>
                  <a:pt x="158431" y="207417"/>
                  <a:pt x="157284" y="208564"/>
                </a:cubicBezTo>
                <a:cubicBezTo>
                  <a:pt x="156136" y="209711"/>
                  <a:pt x="153727" y="211460"/>
                  <a:pt x="150056" y="213812"/>
                </a:cubicBezTo>
                <a:cubicBezTo>
                  <a:pt x="146385" y="216164"/>
                  <a:pt x="141825" y="218458"/>
                  <a:pt x="136376" y="220696"/>
                </a:cubicBezTo>
                <a:cubicBezTo>
                  <a:pt x="130926" y="222933"/>
                  <a:pt x="124674" y="224826"/>
                  <a:pt x="117619" y="226374"/>
                </a:cubicBezTo>
                <a:cubicBezTo>
                  <a:pt x="110563" y="227923"/>
                  <a:pt x="102848" y="228697"/>
                  <a:pt x="94473" y="228697"/>
                </a:cubicBezTo>
                <a:cubicBezTo>
                  <a:pt x="80019" y="228697"/>
                  <a:pt x="66969" y="226288"/>
                  <a:pt x="55325" y="221470"/>
                </a:cubicBezTo>
                <a:cubicBezTo>
                  <a:pt x="43680" y="216652"/>
                  <a:pt x="33757" y="209539"/>
                  <a:pt x="25554" y="200132"/>
                </a:cubicBezTo>
                <a:cubicBezTo>
                  <a:pt x="17352" y="190725"/>
                  <a:pt x="11042" y="179109"/>
                  <a:pt x="6625" y="165285"/>
                </a:cubicBezTo>
                <a:cubicBezTo>
                  <a:pt x="2209" y="151461"/>
                  <a:pt x="0" y="135543"/>
                  <a:pt x="0" y="117532"/>
                </a:cubicBezTo>
                <a:cubicBezTo>
                  <a:pt x="0" y="99062"/>
                  <a:pt x="2381" y="82599"/>
                  <a:pt x="7142" y="68144"/>
                </a:cubicBezTo>
                <a:cubicBezTo>
                  <a:pt x="11903" y="53689"/>
                  <a:pt x="18585" y="41443"/>
                  <a:pt x="27189" y="31405"/>
                </a:cubicBezTo>
                <a:cubicBezTo>
                  <a:pt x="35793" y="21367"/>
                  <a:pt x="46090" y="13709"/>
                  <a:pt x="58078" y="8432"/>
                </a:cubicBezTo>
                <a:cubicBezTo>
                  <a:pt x="70066" y="3155"/>
                  <a:pt x="83345" y="516"/>
                  <a:pt x="97915" y="516"/>
                </a:cubicBezTo>
                <a:close/>
                <a:moveTo>
                  <a:pt x="1468836" y="0"/>
                </a:moveTo>
                <a:cubicBezTo>
                  <a:pt x="1473769" y="0"/>
                  <a:pt x="1478731" y="430"/>
                  <a:pt x="1483721" y="1290"/>
                </a:cubicBezTo>
                <a:cubicBezTo>
                  <a:pt x="1488712" y="2151"/>
                  <a:pt x="1493415" y="3298"/>
                  <a:pt x="1497832" y="4732"/>
                </a:cubicBezTo>
                <a:cubicBezTo>
                  <a:pt x="1502249" y="6166"/>
                  <a:pt x="1506178" y="7772"/>
                  <a:pt x="1509620" y="9550"/>
                </a:cubicBezTo>
                <a:cubicBezTo>
                  <a:pt x="1513061" y="11328"/>
                  <a:pt x="1515327" y="12762"/>
                  <a:pt x="1516417" y="13852"/>
                </a:cubicBezTo>
                <a:cubicBezTo>
                  <a:pt x="1517507" y="14942"/>
                  <a:pt x="1518224" y="15803"/>
                  <a:pt x="1518568" y="16434"/>
                </a:cubicBezTo>
                <a:cubicBezTo>
                  <a:pt x="1518912" y="17065"/>
                  <a:pt x="1519199" y="17868"/>
                  <a:pt x="1519428" y="18843"/>
                </a:cubicBezTo>
                <a:cubicBezTo>
                  <a:pt x="1519658" y="19818"/>
                  <a:pt x="1519830" y="20994"/>
                  <a:pt x="1519945" y="22370"/>
                </a:cubicBezTo>
                <a:cubicBezTo>
                  <a:pt x="1520059" y="23747"/>
                  <a:pt x="1520117" y="25525"/>
                  <a:pt x="1520117" y="27705"/>
                </a:cubicBezTo>
                <a:cubicBezTo>
                  <a:pt x="1520117" y="29770"/>
                  <a:pt x="1520031" y="31606"/>
                  <a:pt x="1519859" y="33212"/>
                </a:cubicBezTo>
                <a:cubicBezTo>
                  <a:pt x="1519687" y="34818"/>
                  <a:pt x="1519428" y="36166"/>
                  <a:pt x="1519084" y="37256"/>
                </a:cubicBezTo>
                <a:cubicBezTo>
                  <a:pt x="1518740" y="38345"/>
                  <a:pt x="1518252" y="39148"/>
                  <a:pt x="1517622" y="39665"/>
                </a:cubicBezTo>
                <a:cubicBezTo>
                  <a:pt x="1516991" y="40181"/>
                  <a:pt x="1516274" y="40439"/>
                  <a:pt x="1515471" y="40439"/>
                </a:cubicBezTo>
                <a:cubicBezTo>
                  <a:pt x="1514209" y="40439"/>
                  <a:pt x="1512230" y="39636"/>
                  <a:pt x="1509534" y="38030"/>
                </a:cubicBezTo>
                <a:cubicBezTo>
                  <a:pt x="1506838" y="36424"/>
                  <a:pt x="1503539" y="34617"/>
                  <a:pt x="1499639" y="32609"/>
                </a:cubicBezTo>
                <a:cubicBezTo>
                  <a:pt x="1495738" y="30602"/>
                  <a:pt x="1491121" y="28766"/>
                  <a:pt x="1485786" y="27103"/>
                </a:cubicBezTo>
                <a:cubicBezTo>
                  <a:pt x="1480452" y="25439"/>
                  <a:pt x="1474457" y="24608"/>
                  <a:pt x="1467804" y="24608"/>
                </a:cubicBezTo>
                <a:cubicBezTo>
                  <a:pt x="1461609" y="24608"/>
                  <a:pt x="1456217" y="25439"/>
                  <a:pt x="1451628" y="27103"/>
                </a:cubicBezTo>
                <a:cubicBezTo>
                  <a:pt x="1447039" y="28766"/>
                  <a:pt x="1443253" y="30975"/>
                  <a:pt x="1440270" y="33728"/>
                </a:cubicBezTo>
                <a:cubicBezTo>
                  <a:pt x="1437288" y="36481"/>
                  <a:pt x="1435051" y="39751"/>
                  <a:pt x="1433559" y="43537"/>
                </a:cubicBezTo>
                <a:cubicBezTo>
                  <a:pt x="1432068" y="47322"/>
                  <a:pt x="1431322" y="51338"/>
                  <a:pt x="1431322" y="55582"/>
                </a:cubicBezTo>
                <a:cubicBezTo>
                  <a:pt x="1431322" y="61777"/>
                  <a:pt x="1432756" y="67112"/>
                  <a:pt x="1435624" y="71586"/>
                </a:cubicBezTo>
                <a:cubicBezTo>
                  <a:pt x="1438492" y="76060"/>
                  <a:pt x="1442307" y="80018"/>
                  <a:pt x="1447068" y="83460"/>
                </a:cubicBezTo>
                <a:cubicBezTo>
                  <a:pt x="1451829" y="86901"/>
                  <a:pt x="1457249" y="90056"/>
                  <a:pt x="1463330" y="92924"/>
                </a:cubicBezTo>
                <a:cubicBezTo>
                  <a:pt x="1469410" y="95792"/>
                  <a:pt x="1475605" y="98689"/>
                  <a:pt x="1481914" y="101614"/>
                </a:cubicBezTo>
                <a:cubicBezTo>
                  <a:pt x="1488224" y="104540"/>
                  <a:pt x="1494419" y="107752"/>
                  <a:pt x="1500499" y="111251"/>
                </a:cubicBezTo>
                <a:cubicBezTo>
                  <a:pt x="1506580" y="114750"/>
                  <a:pt x="1512000" y="118880"/>
                  <a:pt x="1516761" y="123641"/>
                </a:cubicBezTo>
                <a:cubicBezTo>
                  <a:pt x="1521522" y="128402"/>
                  <a:pt x="1525365" y="134023"/>
                  <a:pt x="1528291" y="140505"/>
                </a:cubicBezTo>
                <a:cubicBezTo>
                  <a:pt x="1531216" y="146987"/>
                  <a:pt x="1532679" y="154645"/>
                  <a:pt x="1532679" y="163478"/>
                </a:cubicBezTo>
                <a:cubicBezTo>
                  <a:pt x="1532679" y="173918"/>
                  <a:pt x="1530757" y="183210"/>
                  <a:pt x="1526914" y="191355"/>
                </a:cubicBezTo>
                <a:cubicBezTo>
                  <a:pt x="1523071" y="199501"/>
                  <a:pt x="1517736" y="206413"/>
                  <a:pt x="1510910" y="212091"/>
                </a:cubicBezTo>
                <a:cubicBezTo>
                  <a:pt x="1504084" y="217770"/>
                  <a:pt x="1496054" y="222044"/>
                  <a:pt x="1486819" y="224912"/>
                </a:cubicBezTo>
                <a:cubicBezTo>
                  <a:pt x="1477584" y="227780"/>
                  <a:pt x="1467632" y="229214"/>
                  <a:pt x="1456962" y="229214"/>
                </a:cubicBezTo>
                <a:cubicBezTo>
                  <a:pt x="1449506" y="229214"/>
                  <a:pt x="1442594" y="228583"/>
                  <a:pt x="1436227" y="227321"/>
                </a:cubicBezTo>
                <a:cubicBezTo>
                  <a:pt x="1429859" y="226059"/>
                  <a:pt x="1424181" y="224510"/>
                  <a:pt x="1419190" y="222675"/>
                </a:cubicBezTo>
                <a:cubicBezTo>
                  <a:pt x="1414200" y="220839"/>
                  <a:pt x="1410013" y="218946"/>
                  <a:pt x="1406628" y="216996"/>
                </a:cubicBezTo>
                <a:cubicBezTo>
                  <a:pt x="1403244" y="215046"/>
                  <a:pt x="1400892" y="213382"/>
                  <a:pt x="1399573" y="212005"/>
                </a:cubicBezTo>
                <a:cubicBezTo>
                  <a:pt x="1398254" y="210629"/>
                  <a:pt x="1397278" y="208879"/>
                  <a:pt x="1396648" y="206757"/>
                </a:cubicBezTo>
                <a:cubicBezTo>
                  <a:pt x="1396017" y="204635"/>
                  <a:pt x="1395701" y="201795"/>
                  <a:pt x="1395701" y="198239"/>
                </a:cubicBezTo>
                <a:cubicBezTo>
                  <a:pt x="1395701" y="195715"/>
                  <a:pt x="1395816" y="193621"/>
                  <a:pt x="1396045" y="191958"/>
                </a:cubicBezTo>
                <a:cubicBezTo>
                  <a:pt x="1396275" y="190294"/>
                  <a:pt x="1396619" y="188946"/>
                  <a:pt x="1397078" y="187914"/>
                </a:cubicBezTo>
                <a:cubicBezTo>
                  <a:pt x="1397537" y="186881"/>
                  <a:pt x="1398110" y="186164"/>
                  <a:pt x="1398799" y="185763"/>
                </a:cubicBezTo>
                <a:cubicBezTo>
                  <a:pt x="1399487" y="185361"/>
                  <a:pt x="1400290" y="185161"/>
                  <a:pt x="1401208" y="185161"/>
                </a:cubicBezTo>
                <a:cubicBezTo>
                  <a:pt x="1402814" y="185161"/>
                  <a:pt x="1405080" y="186136"/>
                  <a:pt x="1408005" y="188086"/>
                </a:cubicBezTo>
                <a:cubicBezTo>
                  <a:pt x="1410930" y="190036"/>
                  <a:pt x="1414688" y="192159"/>
                  <a:pt x="1419276" y="194453"/>
                </a:cubicBezTo>
                <a:cubicBezTo>
                  <a:pt x="1423865" y="196747"/>
                  <a:pt x="1429401" y="198898"/>
                  <a:pt x="1435882" y="200906"/>
                </a:cubicBezTo>
                <a:cubicBezTo>
                  <a:pt x="1442364" y="202914"/>
                  <a:pt x="1449850" y="203918"/>
                  <a:pt x="1458339" y="203918"/>
                </a:cubicBezTo>
                <a:cubicBezTo>
                  <a:pt x="1464764" y="203918"/>
                  <a:pt x="1470643" y="203057"/>
                  <a:pt x="1475978" y="201336"/>
                </a:cubicBezTo>
                <a:cubicBezTo>
                  <a:pt x="1481312" y="199615"/>
                  <a:pt x="1485901" y="197178"/>
                  <a:pt x="1489744" y="194023"/>
                </a:cubicBezTo>
                <a:cubicBezTo>
                  <a:pt x="1493587" y="190868"/>
                  <a:pt x="1496541" y="186996"/>
                  <a:pt x="1498606" y="182407"/>
                </a:cubicBezTo>
                <a:cubicBezTo>
                  <a:pt x="1500671" y="177818"/>
                  <a:pt x="1501704" y="172598"/>
                  <a:pt x="1501704" y="166748"/>
                </a:cubicBezTo>
                <a:cubicBezTo>
                  <a:pt x="1501704" y="160438"/>
                  <a:pt x="1500270" y="155046"/>
                  <a:pt x="1497402" y="150572"/>
                </a:cubicBezTo>
                <a:cubicBezTo>
                  <a:pt x="1494534" y="146098"/>
                  <a:pt x="1490748" y="142169"/>
                  <a:pt x="1486044" y="138784"/>
                </a:cubicBezTo>
                <a:cubicBezTo>
                  <a:pt x="1481341" y="135400"/>
                  <a:pt x="1475978" y="132303"/>
                  <a:pt x="1469955" y="129492"/>
                </a:cubicBezTo>
                <a:cubicBezTo>
                  <a:pt x="1463932" y="126681"/>
                  <a:pt x="1457765" y="123813"/>
                  <a:pt x="1451456" y="120888"/>
                </a:cubicBezTo>
                <a:cubicBezTo>
                  <a:pt x="1445146" y="117962"/>
                  <a:pt x="1439008" y="114721"/>
                  <a:pt x="1433043" y="111165"/>
                </a:cubicBezTo>
                <a:cubicBezTo>
                  <a:pt x="1427078" y="107609"/>
                  <a:pt x="1421743" y="103421"/>
                  <a:pt x="1417039" y="98603"/>
                </a:cubicBezTo>
                <a:cubicBezTo>
                  <a:pt x="1412336" y="93785"/>
                  <a:pt x="1408521" y="88135"/>
                  <a:pt x="1405596" y="81653"/>
                </a:cubicBezTo>
                <a:cubicBezTo>
                  <a:pt x="1402670" y="75171"/>
                  <a:pt x="1401208" y="67399"/>
                  <a:pt x="1401208" y="58336"/>
                </a:cubicBezTo>
                <a:cubicBezTo>
                  <a:pt x="1401208" y="49043"/>
                  <a:pt x="1402900" y="40755"/>
                  <a:pt x="1406284" y="33470"/>
                </a:cubicBezTo>
                <a:cubicBezTo>
                  <a:pt x="1409668" y="26185"/>
                  <a:pt x="1414372" y="20076"/>
                  <a:pt x="1420395" y="15143"/>
                </a:cubicBezTo>
                <a:cubicBezTo>
                  <a:pt x="1426418" y="10210"/>
                  <a:pt x="1433588" y="6453"/>
                  <a:pt x="1441905" y="3872"/>
                </a:cubicBezTo>
                <a:cubicBezTo>
                  <a:pt x="1450223" y="1290"/>
                  <a:pt x="1459200" y="0"/>
                  <a:pt x="1468836" y="0"/>
                </a:cubicBezTo>
                <a:close/>
                <a:moveTo>
                  <a:pt x="292717" y="0"/>
                </a:moveTo>
                <a:cubicBezTo>
                  <a:pt x="309122" y="0"/>
                  <a:pt x="323405" y="2466"/>
                  <a:pt x="335566" y="7399"/>
                </a:cubicBezTo>
                <a:cubicBezTo>
                  <a:pt x="347726" y="12332"/>
                  <a:pt x="357850" y="19531"/>
                  <a:pt x="365938" y="28996"/>
                </a:cubicBezTo>
                <a:cubicBezTo>
                  <a:pt x="374026" y="38460"/>
                  <a:pt x="380049" y="50162"/>
                  <a:pt x="384007" y="64100"/>
                </a:cubicBezTo>
                <a:cubicBezTo>
                  <a:pt x="387965" y="78039"/>
                  <a:pt x="389944" y="94014"/>
                  <a:pt x="389944" y="112025"/>
                </a:cubicBezTo>
                <a:cubicBezTo>
                  <a:pt x="389944" y="130037"/>
                  <a:pt x="387821" y="146270"/>
                  <a:pt x="383577" y="160725"/>
                </a:cubicBezTo>
                <a:cubicBezTo>
                  <a:pt x="379332" y="175180"/>
                  <a:pt x="372994" y="187484"/>
                  <a:pt x="364562" y="197636"/>
                </a:cubicBezTo>
                <a:cubicBezTo>
                  <a:pt x="356130" y="207789"/>
                  <a:pt x="345547" y="215590"/>
                  <a:pt x="332812" y="221040"/>
                </a:cubicBezTo>
                <a:cubicBezTo>
                  <a:pt x="320078" y="226489"/>
                  <a:pt x="305222" y="229214"/>
                  <a:pt x="288243" y="229214"/>
                </a:cubicBezTo>
                <a:cubicBezTo>
                  <a:pt x="271494" y="229214"/>
                  <a:pt x="257010" y="226718"/>
                  <a:pt x="244792" y="221728"/>
                </a:cubicBezTo>
                <a:cubicBezTo>
                  <a:pt x="232574" y="216738"/>
                  <a:pt x="222479" y="209482"/>
                  <a:pt x="214506" y="199960"/>
                </a:cubicBezTo>
                <a:cubicBezTo>
                  <a:pt x="206533" y="190438"/>
                  <a:pt x="200596" y="178621"/>
                  <a:pt x="196695" y="164511"/>
                </a:cubicBezTo>
                <a:cubicBezTo>
                  <a:pt x="192795" y="150400"/>
                  <a:pt x="190844" y="134167"/>
                  <a:pt x="190844" y="115811"/>
                </a:cubicBezTo>
                <a:cubicBezTo>
                  <a:pt x="190844" y="98259"/>
                  <a:pt x="192967" y="82313"/>
                  <a:pt x="197211" y="67972"/>
                </a:cubicBezTo>
                <a:cubicBezTo>
                  <a:pt x="201456" y="53632"/>
                  <a:pt x="207823" y="41443"/>
                  <a:pt x="216313" y="31405"/>
                </a:cubicBezTo>
                <a:cubicBezTo>
                  <a:pt x="224802" y="21367"/>
                  <a:pt x="235414" y="13623"/>
                  <a:pt x="248148" y="8174"/>
                </a:cubicBezTo>
                <a:cubicBezTo>
                  <a:pt x="260882" y="2724"/>
                  <a:pt x="275738" y="0"/>
                  <a:pt x="292717" y="0"/>
                </a:cubicBezTo>
                <a:close/>
              </a:path>
            </a:pathLst>
          </a:custGeom>
          <a:solidFill>
            <a:schemeClr val="tx1">
              <a:lumMod val="85000"/>
              <a:lumOff val="15000"/>
            </a:schemeClr>
          </a:solidFill>
          <a:ln>
            <a:noFill/>
            <a:prstDash val="sysDot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noAutofit/>
          </a:bodyPr>
          <a:lstStyle>
            <a:lvl1pPr marR="0" lvl="0" indent="-228600" fontAlgn="auto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Tx/>
              <a:buNone/>
              <a:defRPr kumimoji="0" lang="en-GB" altLang="zh-CN" sz="2800" b="0" i="0" u="none" strike="noStrike" cap="none" spc="0" normalizeH="0" baseline="0" noProof="1" dirty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+mj-lt"/>
                <a:ea typeface="+mj-lt"/>
                <a:cs typeface="MiSans Normal" panose="00000500000000000000" charset="-122"/>
                <a:sym typeface="+mn-ea"/>
              </a:defRPr>
            </a:lvl1pPr>
            <a:lvl2pPr marL="685800" indent="-228600" fontAlgn="auto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  <a:tab pos="1609725" algn="l"/>
                <a:tab pos="1609725" algn="l"/>
                <a:tab pos="1609725" algn="l"/>
              </a:tabLst>
              <a:defRPr kumimoji="0" lang="zh-CN" altLang="en-US" sz="1600" b="0" i="0" u="none" strike="noStrike" cap="none" spc="150" normalizeH="0" baseline="0" dirty="0" smtClean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ea"/>
                <a:cs typeface="MiSans Normal" panose="00000500000000000000" charset="-122"/>
              </a:defRPr>
            </a:lvl2pPr>
            <a:lvl3pPr marL="1143000" indent="-228600" fontAlgn="auto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lang="zh-CN" altLang="en-US" sz="1600" b="0" i="0" u="none" strike="noStrike" cap="none" spc="150" normalizeH="0" baseline="0" dirty="0" smtClean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ea"/>
                <a:cs typeface="MiSans Normal" panose="00000500000000000000" charset="-122"/>
              </a:defRPr>
            </a:lvl3pPr>
            <a:lvl4pPr marL="1600200" indent="-228600" fontAlgn="auto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kumimoji="0" lang="zh-CN" altLang="en-US" sz="1400" b="0" i="0" u="none" strike="noStrike" cap="none" spc="150" normalizeH="0" baseline="0" dirty="0" smtClean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ea"/>
                <a:cs typeface="MiSans Normal" panose="00000500000000000000" charset="-122"/>
              </a:defRPr>
            </a:lvl4pPr>
            <a:lvl5pPr marL="2057400" indent="-228600" fontAlgn="auto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kumimoji="0" lang="zh-CN" altLang="en-US" sz="1400" b="0" i="0" u="none" strike="noStrike" cap="none" spc="150" normalizeH="0" baseline="0" dirty="0" smtClean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ea"/>
                <a:cs typeface="MiSans Normal" panose="00000500000000000000" charset="-122"/>
              </a:defRPr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 showMasterSp="0">
  <p:cSld name="标题和两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圆角矩形 12"/>
          <p:cNvSpPr/>
          <p:nvPr userDrawn="1">
            <p:custDataLst>
              <p:tags r:id="rId3"/>
            </p:custDataLst>
          </p:nvPr>
        </p:nvSpPr>
        <p:spPr>
          <a:xfrm>
            <a:off x="399098" y="351155"/>
            <a:ext cx="11393805" cy="6155690"/>
          </a:xfrm>
          <a:prstGeom prst="roundRect">
            <a:avLst>
              <a:gd name="adj" fmla="val 1444"/>
            </a:avLst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>
              <a:cs typeface="MiSans Normal" panose="00000500000000000000" charset="-122"/>
            </a:endParaRPr>
          </a:p>
        </p:txBody>
      </p:sp>
      <p:sp>
        <p:nvSpPr>
          <p:cNvPr id="12" name="矩形: 圆角 8"/>
          <p:cNvSpPr/>
          <p:nvPr userDrawn="1">
            <p:custDataLst>
              <p:tags r:id="rId4"/>
            </p:custDataLst>
          </p:nvPr>
        </p:nvSpPr>
        <p:spPr>
          <a:xfrm>
            <a:off x="533401" y="474028"/>
            <a:ext cx="11125200" cy="5909945"/>
          </a:xfrm>
          <a:prstGeom prst="roundRect">
            <a:avLst>
              <a:gd name="adj" fmla="val 3640"/>
            </a:avLst>
          </a:prstGeom>
          <a:noFill/>
          <a:ln>
            <a:solidFill>
              <a:schemeClr val="accent1">
                <a:alpha val="50000"/>
              </a:schemeClr>
            </a:solidFill>
            <a:prstDash val="solid"/>
          </a:ln>
          <a:effectLst>
            <a:outerShdw blurRad="330200" dist="203200" dir="5400000" sx="98000" sy="98000" algn="t" rotWithShape="0">
              <a:schemeClr val="accent1">
                <a:alpha val="22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MiSans Normal" panose="00000500000000000000" charset="-122"/>
            </a:endParaRPr>
          </a:p>
        </p:txBody>
      </p:sp>
      <p:cxnSp>
        <p:nvCxnSpPr>
          <p:cNvPr id="9" name="直接连接符 8"/>
          <p:cNvCxnSpPr/>
          <p:nvPr userDrawn="1">
            <p:custDataLst>
              <p:tags r:id="rId5"/>
            </p:custDataLst>
          </p:nvPr>
        </p:nvCxnSpPr>
        <p:spPr>
          <a:xfrm>
            <a:off x="3683000" y="1335405"/>
            <a:ext cx="4813300" cy="0"/>
          </a:xfrm>
          <a:prstGeom prst="line">
            <a:avLst/>
          </a:prstGeom>
          <a:ln w="19050">
            <a:gradFill>
              <a:gsLst>
                <a:gs pos="22000">
                  <a:schemeClr val="accent1">
                    <a:alpha val="50000"/>
                  </a:schemeClr>
                </a:gs>
                <a:gs pos="100000">
                  <a:schemeClr val="bg1"/>
                </a:gs>
              </a:gsLst>
              <a:path path="circle">
                <a:fillToRect l="50000" t="50000" r="50000" b="50000"/>
              </a:path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6"/>
            </p:custDataLst>
          </p:nvPr>
        </p:nvSpPr>
        <p:spPr>
          <a:xfrm>
            <a:off x="612000" y="6314400"/>
            <a:ext cx="2700000" cy="316800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7"/>
            </p:custDataLst>
          </p:nvPr>
        </p:nvSpPr>
        <p:spPr>
          <a:xfrm>
            <a:off x="4116000" y="6314400"/>
            <a:ext cx="3960000" cy="316800"/>
          </a:xfrm>
        </p:spPr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8"/>
            </p:custDataLst>
          </p:nvPr>
        </p:nvSpPr>
        <p:spPr>
          <a:xfrm>
            <a:off x="8877600" y="6314400"/>
            <a:ext cx="2700000" cy="316800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3" name="标题 2"/>
          <p:cNvSpPr>
            <a:spLocks noGrp="1"/>
          </p:cNvSpPr>
          <p:nvPr>
            <p:ph type="title"/>
            <p:custDataLst>
              <p:tags r:id="rId9"/>
            </p:custDataLst>
          </p:nvPr>
        </p:nvSpPr>
        <p:spPr/>
        <p:txBody>
          <a:bodyPr vert="horz" wrap="square" lIns="0" tIns="0" rIns="0" bIns="0" rtlCol="0" anchor="b">
            <a:normAutofit/>
          </a:bodyPr>
          <a:lstStyle>
            <a:lvl1pPr>
              <a:defRPr lang="zh-CN" altLang="en-US" dirty="0"/>
            </a:lvl1pPr>
          </a:lstStyle>
          <a:p>
            <a:pPr lvl="0"/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1"/>
            <p:custDataLst>
              <p:tags r:id="rId10"/>
            </p:custDataLst>
          </p:nvPr>
        </p:nvSpPr>
        <p:spPr>
          <a:xfrm>
            <a:off x="695960" y="1301750"/>
            <a:ext cx="5323840" cy="4875850"/>
          </a:xfrm>
        </p:spPr>
        <p:txBody>
          <a:bodyPr wrap="square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二级</a:t>
            </a:r>
            <a:endParaRPr lang="zh-CN" altLang="en-US" dirty="0"/>
          </a:p>
          <a:p>
            <a:pPr lvl="2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四级</a:t>
            </a:r>
            <a:endParaRPr lang="zh-CN" altLang="en-US" dirty="0"/>
          </a:p>
          <a:p>
            <a:pPr lvl="4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五级</a:t>
            </a:r>
            <a:endParaRPr lang="zh-CN" altLang="en-US" dirty="0"/>
          </a:p>
        </p:txBody>
      </p:sp>
      <p:sp>
        <p:nvSpPr>
          <p:cNvPr id="14" name="内容占位符 13"/>
          <p:cNvSpPr>
            <a:spLocks noGrp="1"/>
          </p:cNvSpPr>
          <p:nvPr>
            <p:ph sz="half" idx="2"/>
            <p:custDataLst>
              <p:tags r:id="rId11"/>
            </p:custDataLst>
          </p:nvPr>
        </p:nvSpPr>
        <p:spPr>
          <a:xfrm>
            <a:off x="6172200" y="1301750"/>
            <a:ext cx="5323840" cy="4875850"/>
          </a:xfrm>
        </p:spPr>
        <p:txBody>
          <a:bodyPr wrap="square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二级</a:t>
            </a:r>
            <a:endParaRPr lang="zh-CN" altLang="en-US" dirty="0"/>
          </a:p>
          <a:p>
            <a:pPr lvl="2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四级</a:t>
            </a:r>
            <a:endParaRPr lang="zh-CN" altLang="en-US" dirty="0"/>
          </a:p>
          <a:p>
            <a:pPr lvl="4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 showMasterSp="0">
  <p:cSld name="标题和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圆角矩形 16"/>
          <p:cNvSpPr/>
          <p:nvPr userDrawn="1">
            <p:custDataLst>
              <p:tags r:id="rId3"/>
            </p:custDataLst>
          </p:nvPr>
        </p:nvSpPr>
        <p:spPr>
          <a:xfrm>
            <a:off x="399098" y="351155"/>
            <a:ext cx="11393805" cy="6155690"/>
          </a:xfrm>
          <a:prstGeom prst="roundRect">
            <a:avLst>
              <a:gd name="adj" fmla="val 1366"/>
            </a:avLst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>
              <a:cs typeface="MiSans Normal" panose="00000500000000000000" charset="-122"/>
            </a:endParaRPr>
          </a:p>
        </p:txBody>
      </p:sp>
      <p:sp>
        <p:nvSpPr>
          <p:cNvPr id="16" name="矩形: 圆角 10"/>
          <p:cNvSpPr/>
          <p:nvPr userDrawn="1">
            <p:custDataLst>
              <p:tags r:id="rId4"/>
            </p:custDataLst>
          </p:nvPr>
        </p:nvSpPr>
        <p:spPr>
          <a:xfrm>
            <a:off x="533401" y="474028"/>
            <a:ext cx="11125200" cy="5909945"/>
          </a:xfrm>
          <a:prstGeom prst="roundRect">
            <a:avLst>
              <a:gd name="adj" fmla="val 3640"/>
            </a:avLst>
          </a:prstGeom>
          <a:noFill/>
          <a:ln>
            <a:solidFill>
              <a:schemeClr val="accent1">
                <a:alpha val="50000"/>
              </a:schemeClr>
            </a:solidFill>
            <a:prstDash val="solid"/>
          </a:ln>
          <a:effectLst>
            <a:outerShdw blurRad="330200" dist="203200" dir="5400000" sx="98000" sy="98000" algn="t" rotWithShape="0">
              <a:schemeClr val="accent1">
                <a:alpha val="22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MiSans Normal" panose="00000500000000000000" charset="-122"/>
            </a:endParaRPr>
          </a:p>
        </p:txBody>
      </p:sp>
      <p:cxnSp>
        <p:nvCxnSpPr>
          <p:cNvPr id="11" name="直接连接符 10"/>
          <p:cNvCxnSpPr/>
          <p:nvPr userDrawn="1">
            <p:custDataLst>
              <p:tags r:id="rId5"/>
            </p:custDataLst>
          </p:nvPr>
        </p:nvCxnSpPr>
        <p:spPr>
          <a:xfrm>
            <a:off x="3683000" y="1335405"/>
            <a:ext cx="4813300" cy="0"/>
          </a:xfrm>
          <a:prstGeom prst="line">
            <a:avLst/>
          </a:prstGeom>
          <a:ln w="19050">
            <a:gradFill>
              <a:gsLst>
                <a:gs pos="22000">
                  <a:schemeClr val="accent1">
                    <a:alpha val="50000"/>
                  </a:schemeClr>
                </a:gs>
                <a:gs pos="100000">
                  <a:schemeClr val="bg1"/>
                </a:gs>
              </a:gsLst>
              <a:path path="circle">
                <a:fillToRect l="50000" t="50000" r="50000" b="50000"/>
              </a:path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6"/>
            </p:custDataLst>
          </p:nvPr>
        </p:nvSpPr>
        <p:spPr>
          <a:xfrm>
            <a:off x="612000" y="6314400"/>
            <a:ext cx="2700000" cy="316800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7"/>
            </p:custDataLst>
          </p:nvPr>
        </p:nvSpPr>
        <p:spPr>
          <a:xfrm>
            <a:off x="4116000" y="6314400"/>
            <a:ext cx="3960000" cy="316800"/>
          </a:xfrm>
        </p:spPr>
        <p:txBody>
          <a:bodyPr/>
          <a:lstStyle/>
          <a:p>
            <a:endParaRPr lang="zh-CN" altLang="en-US" dirty="0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8"/>
            </p:custDataLst>
          </p:nvPr>
        </p:nvSpPr>
        <p:spPr>
          <a:xfrm>
            <a:off x="8877600" y="6314400"/>
            <a:ext cx="2700000" cy="316800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9"/>
            </p:custDataLst>
          </p:nvPr>
        </p:nvSpPr>
        <p:spPr>
          <a:xfrm>
            <a:off x="695960" y="1301750"/>
            <a:ext cx="5323840" cy="411303"/>
          </a:xfrm>
        </p:spPr>
        <p:txBody>
          <a:bodyPr wrap="square" anchor="b">
            <a:normAutofit/>
          </a:bodyPr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10"/>
            </p:custDataLst>
          </p:nvPr>
        </p:nvSpPr>
        <p:spPr>
          <a:xfrm>
            <a:off x="695960" y="1875099"/>
            <a:ext cx="5323840" cy="4300276"/>
          </a:xfrm>
        </p:spPr>
        <p:txBody>
          <a:bodyPr wrap="square">
            <a:normAutofit/>
          </a:bodyPr>
          <a:lstStyle>
            <a:lvl1pPr>
              <a:defRPr sz="2200"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二级</a:t>
            </a:r>
            <a:endParaRPr lang="zh-CN" altLang="en-US" dirty="0"/>
          </a:p>
          <a:p>
            <a:pPr lvl="2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四级</a:t>
            </a:r>
            <a:endParaRPr lang="zh-CN" altLang="en-US" dirty="0"/>
          </a:p>
          <a:p>
            <a:pPr lvl="4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五级</a:t>
            </a:r>
            <a:endParaRPr lang="zh-CN" alt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11"/>
            </p:custDataLst>
          </p:nvPr>
        </p:nvSpPr>
        <p:spPr>
          <a:xfrm>
            <a:off x="6172200" y="1301750"/>
            <a:ext cx="5323840" cy="411303"/>
          </a:xfrm>
        </p:spPr>
        <p:txBody>
          <a:bodyPr wrap="square" anchor="b">
            <a:normAutofit/>
          </a:bodyPr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12"/>
            </p:custDataLst>
          </p:nvPr>
        </p:nvSpPr>
        <p:spPr>
          <a:xfrm>
            <a:off x="6172200" y="1875099"/>
            <a:ext cx="5323840" cy="4300276"/>
          </a:xfrm>
        </p:spPr>
        <p:txBody>
          <a:bodyPr wrap="square">
            <a:normAutofit/>
          </a:bodyPr>
          <a:lstStyle>
            <a:lvl1pPr>
              <a:defRPr sz="2200"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二级</a:t>
            </a:r>
            <a:endParaRPr lang="zh-CN" altLang="en-US" dirty="0"/>
          </a:p>
          <a:p>
            <a:pPr lvl="2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四级</a:t>
            </a:r>
            <a:endParaRPr lang="zh-CN" altLang="en-US" dirty="0"/>
          </a:p>
          <a:p>
            <a:pPr lvl="4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五级</a:t>
            </a:r>
            <a:endParaRPr lang="zh-CN" altLang="en-US" dirty="0"/>
          </a:p>
        </p:txBody>
      </p:sp>
      <p:sp>
        <p:nvSpPr>
          <p:cNvPr id="18" name="标题 1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 showMasterSp="0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圆角矩形 7"/>
          <p:cNvSpPr/>
          <p:nvPr userDrawn="1">
            <p:custDataLst>
              <p:tags r:id="rId3"/>
            </p:custDataLst>
          </p:nvPr>
        </p:nvSpPr>
        <p:spPr>
          <a:xfrm>
            <a:off x="399098" y="351155"/>
            <a:ext cx="11393805" cy="6155690"/>
          </a:xfrm>
          <a:prstGeom prst="roundRect">
            <a:avLst>
              <a:gd name="adj" fmla="val 1366"/>
            </a:avLst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>
              <a:cs typeface="MiSans Normal" panose="00000500000000000000" charset="-122"/>
            </a:endParaRPr>
          </a:p>
        </p:txBody>
      </p:sp>
      <p:sp>
        <p:nvSpPr>
          <p:cNvPr id="7" name="矩形: 圆角 6"/>
          <p:cNvSpPr/>
          <p:nvPr userDrawn="1">
            <p:custDataLst>
              <p:tags r:id="rId4"/>
            </p:custDataLst>
          </p:nvPr>
        </p:nvSpPr>
        <p:spPr>
          <a:xfrm>
            <a:off x="533401" y="474028"/>
            <a:ext cx="11125200" cy="5909945"/>
          </a:xfrm>
          <a:prstGeom prst="roundRect">
            <a:avLst>
              <a:gd name="adj" fmla="val 3640"/>
            </a:avLst>
          </a:prstGeom>
          <a:noFill/>
          <a:ln>
            <a:solidFill>
              <a:schemeClr val="accent1">
                <a:alpha val="50000"/>
              </a:schemeClr>
            </a:solidFill>
            <a:prstDash val="solid"/>
          </a:ln>
          <a:effectLst>
            <a:outerShdw blurRad="330200" dist="203200" dir="5400000" sx="98000" sy="98000" algn="t" rotWithShape="0">
              <a:schemeClr val="accent1">
                <a:alpha val="22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MiSans Normal" panose="00000500000000000000" charset="-122"/>
            </a:endParaRPr>
          </a:p>
        </p:txBody>
      </p:sp>
      <p:cxnSp>
        <p:nvCxnSpPr>
          <p:cNvPr id="11" name="直接连接符 10"/>
          <p:cNvCxnSpPr/>
          <p:nvPr userDrawn="1">
            <p:custDataLst>
              <p:tags r:id="rId5"/>
            </p:custDataLst>
          </p:nvPr>
        </p:nvCxnSpPr>
        <p:spPr>
          <a:xfrm>
            <a:off x="3683000" y="1335405"/>
            <a:ext cx="4813300" cy="0"/>
          </a:xfrm>
          <a:prstGeom prst="line">
            <a:avLst/>
          </a:prstGeom>
          <a:ln w="19050">
            <a:gradFill>
              <a:gsLst>
                <a:gs pos="22000">
                  <a:schemeClr val="accent1">
                    <a:alpha val="50000"/>
                  </a:schemeClr>
                </a:gs>
                <a:gs pos="100000">
                  <a:schemeClr val="bg1"/>
                </a:gs>
              </a:gsLst>
              <a:path path="circle">
                <a:fillToRect l="50000" t="50000" r="50000" b="50000"/>
              </a:path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6"/>
            </p:custDataLst>
          </p:nvPr>
        </p:nvSpPr>
        <p:spPr>
          <a:xfrm>
            <a:off x="612000" y="6314400"/>
            <a:ext cx="2700000" cy="316800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7"/>
            </p:custDataLst>
          </p:nvPr>
        </p:nvSpPr>
        <p:spPr>
          <a:xfrm>
            <a:off x="4116000" y="6314400"/>
            <a:ext cx="3960000" cy="316800"/>
          </a:xfrm>
        </p:spPr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8"/>
            </p:custDataLst>
          </p:nvPr>
        </p:nvSpPr>
        <p:spPr>
          <a:xfrm>
            <a:off x="8877600" y="6314400"/>
            <a:ext cx="2700000" cy="316800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9"/>
            </p:custDataLst>
          </p:nvPr>
        </p:nvSpPr>
        <p:spPr/>
        <p:txBody>
          <a:bodyPr wrap="square">
            <a:normAutofit/>
          </a:bodyPr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圆角矩形 8"/>
          <p:cNvSpPr/>
          <p:nvPr userDrawn="1">
            <p:custDataLst>
              <p:tags r:id="rId3"/>
            </p:custDataLst>
          </p:nvPr>
        </p:nvSpPr>
        <p:spPr>
          <a:xfrm>
            <a:off x="399098" y="351155"/>
            <a:ext cx="11393805" cy="6155690"/>
          </a:xfrm>
          <a:prstGeom prst="roundRect">
            <a:avLst>
              <a:gd name="adj" fmla="val 1366"/>
            </a:avLst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cs typeface="MiSans Normal" panose="00000500000000000000" charset="-122"/>
            </a:endParaRPr>
          </a:p>
        </p:txBody>
      </p:sp>
      <p:sp>
        <p:nvSpPr>
          <p:cNvPr id="7" name="矩形: 圆角 6"/>
          <p:cNvSpPr/>
          <p:nvPr userDrawn="1">
            <p:custDataLst>
              <p:tags r:id="rId4"/>
            </p:custDataLst>
          </p:nvPr>
        </p:nvSpPr>
        <p:spPr>
          <a:xfrm>
            <a:off x="533401" y="474028"/>
            <a:ext cx="11125200" cy="5909945"/>
          </a:xfrm>
          <a:prstGeom prst="roundRect">
            <a:avLst>
              <a:gd name="adj" fmla="val 3640"/>
            </a:avLst>
          </a:prstGeom>
          <a:noFill/>
          <a:ln>
            <a:solidFill>
              <a:schemeClr val="accent1">
                <a:alpha val="50000"/>
              </a:schemeClr>
            </a:solidFill>
            <a:prstDash val="solid"/>
          </a:ln>
          <a:effectLst>
            <a:outerShdw blurRad="330200" dist="203200" dir="5400000" sx="98000" sy="98000" algn="t" rotWithShape="0">
              <a:schemeClr val="accent1">
                <a:alpha val="22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MiSans Normal" panose="00000500000000000000" charset="-122"/>
            </a:endParaRPr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 showMasterSp="0">
  <p:cSld name="仅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圆角矩形 8"/>
          <p:cNvSpPr/>
          <p:nvPr>
            <p:custDataLst>
              <p:tags r:id="rId3"/>
            </p:custDataLst>
          </p:nvPr>
        </p:nvSpPr>
        <p:spPr>
          <a:xfrm>
            <a:off x="399098" y="351155"/>
            <a:ext cx="11393805" cy="6155690"/>
          </a:xfrm>
          <a:prstGeom prst="roundRect">
            <a:avLst>
              <a:gd name="adj" fmla="val 1366"/>
            </a:avLst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cs typeface="MiSans Normal" panose="00000500000000000000" charset="-122"/>
            </a:endParaRPr>
          </a:p>
        </p:txBody>
      </p:sp>
      <p:sp>
        <p:nvSpPr>
          <p:cNvPr id="8" name="正文"/>
          <p:cNvSpPr txBox="1">
            <a:spLocks noGrp="1"/>
          </p:cNvSpPr>
          <p:nvPr>
            <p:ph idx="2"/>
            <p:custDataLst>
              <p:tags r:id="rId4"/>
            </p:custDataLst>
          </p:nvPr>
        </p:nvSpPr>
        <p:spPr>
          <a:xfrm>
            <a:off x="695960" y="360045"/>
            <a:ext cx="10801985" cy="5817870"/>
          </a:xfrm>
          <a:prstGeom prst="rect">
            <a:avLst/>
          </a:prstGeom>
          <a:ln>
            <a:noFill/>
            <a:prstDash val="sysDash"/>
          </a:ln>
        </p:spPr>
        <p:txBody>
          <a:bodyPr vert="horz" lIns="90000" tIns="46800" rIns="90000" bIns="4680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Char char="●"/>
              <a:defRPr kumimoji="0" lang="zh-CN" altLang="en-US" sz="1800" b="0" i="0" u="none" strike="noStrike" kern="1200" cap="none" spc="150" normalizeH="0" baseline="0" noProof="1" dirty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+mn-ea"/>
                <a:ea typeface="+mn-ea"/>
                <a:cs typeface="MiSans Normal" panose="00000500000000000000" charset="-122"/>
                <a:sym typeface="+mn-ea"/>
              </a:defRPr>
            </a:lvl1pPr>
            <a:lvl2pPr marL="685800" marR="0" lvl="1" indent="-228600" algn="l" rtl="0" eaLnBrk="1" fontAlgn="auto" latinLnBrk="0" hangingPunct="1">
              <a:lnSpc>
                <a:spcPct val="12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Char char="●"/>
              <a:tabLst>
                <a:tab pos="1609725" algn="l"/>
              </a:tabLst>
              <a:defRPr kumimoji="0" sz="1600" b="0" i="0" u="none" strike="noStrike" kern="1200" cap="none" spc="150" normalizeH="0" baseline="0" noProof="1" dirty="0" err="1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ea"/>
                <a:ea typeface="+mn-ea"/>
                <a:cs typeface="MiSans Normal" panose="00000500000000000000" charset="-122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2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Char char="●"/>
              <a:defRPr kumimoji="0" sz="1600" b="0" i="0" u="none" strike="noStrike" kern="1200" cap="none" spc="150" normalizeH="0" baseline="0" noProof="1" dirty="0" err="1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ea"/>
                <a:ea typeface="+mn-ea"/>
                <a:cs typeface="MiSans Normal" panose="00000500000000000000" charset="-122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2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" panose="05000000000000000000" charset="0"/>
              <a:buChar char=""/>
              <a:defRPr kumimoji="0" sz="1400" b="0" i="0" u="none" strike="noStrike" kern="1200" cap="none" spc="150" normalizeH="0" baseline="0" noProof="1" dirty="0" err="1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ea"/>
                <a:ea typeface="+mn-ea"/>
                <a:cs typeface="MiSans Normal" panose="00000500000000000000" charset="-122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2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Char char="•"/>
              <a:defRPr kumimoji="0" sz="1400" b="0" i="0" u="none" strike="noStrike" kern="1200" cap="none" spc="150" normalizeH="0" baseline="0" noProof="1" dirty="0" err="1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ea"/>
                <a:ea typeface="+mn-ea"/>
                <a:cs typeface="MiSans Normal" panose="00000500000000000000" charset="-122"/>
                <a:sym typeface="+mn-ea"/>
              </a:defRPr>
            </a:lvl5pPr>
            <a:lvl6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pPr lvl="0"/>
            <a:r>
              <a:rPr>
                <a:sym typeface="+mn-ea"/>
              </a:rPr>
              <a:t>单击此处编辑母版文本样式</a:t>
            </a:r>
            <a:endParaRPr>
              <a:sym typeface="+mn-ea"/>
            </a:endParaRPr>
          </a:p>
          <a:p>
            <a:pPr lvl="1"/>
            <a:r>
              <a:rPr>
                <a:sym typeface="+mn-ea"/>
              </a:rPr>
              <a:t>第二级</a:t>
            </a:r>
            <a:endParaRPr>
              <a:sym typeface="+mn-ea"/>
            </a:endParaRPr>
          </a:p>
          <a:p>
            <a:pPr lvl="2"/>
            <a:r>
              <a:rPr>
                <a:sym typeface="+mn-ea"/>
              </a:rPr>
              <a:t>第三级</a:t>
            </a:r>
            <a:endParaRPr>
              <a:sym typeface="+mn-ea"/>
            </a:endParaRPr>
          </a:p>
          <a:p>
            <a:pPr lvl="3"/>
            <a:r>
              <a:rPr>
                <a:sym typeface="+mn-ea"/>
              </a:rPr>
              <a:t>第四级</a:t>
            </a:r>
            <a:endParaRPr>
              <a:sym typeface="+mn-ea"/>
            </a:endParaRPr>
          </a:p>
          <a:p>
            <a:pPr lvl="4"/>
            <a:r>
              <a:rPr>
                <a:sym typeface="+mn-ea"/>
              </a:rPr>
              <a:t>第五级</a:t>
            </a:r>
            <a:endParaRPr>
              <a:sym typeface="+mn-ea"/>
            </a:endParaRPr>
          </a:p>
        </p:txBody>
      </p:sp>
      <p:sp>
        <p:nvSpPr>
          <p:cNvPr id="7" name="矩形: 圆角 6"/>
          <p:cNvSpPr/>
          <p:nvPr>
            <p:custDataLst>
              <p:tags r:id="rId5"/>
            </p:custDataLst>
          </p:nvPr>
        </p:nvSpPr>
        <p:spPr>
          <a:xfrm>
            <a:off x="533401" y="474028"/>
            <a:ext cx="11125200" cy="5909945"/>
          </a:xfrm>
          <a:prstGeom prst="roundRect">
            <a:avLst>
              <a:gd name="adj" fmla="val 3640"/>
            </a:avLst>
          </a:prstGeom>
          <a:noFill/>
          <a:ln>
            <a:solidFill>
              <a:schemeClr val="accent1">
                <a:alpha val="50000"/>
              </a:schemeClr>
            </a:solidFill>
            <a:prstDash val="solid"/>
          </a:ln>
          <a:effectLst>
            <a:outerShdw blurRad="330200" dist="203200" dir="5400000" sx="98000" sy="98000" algn="t" rotWithShape="0">
              <a:schemeClr val="accent1">
                <a:alpha val="22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MiSans Normal" panose="00000500000000000000" charset="-122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6"/>
            </p:custDataLst>
          </p:nvPr>
        </p:nvSpPr>
        <p:spPr>
          <a:xfrm>
            <a:off x="612000" y="6314400"/>
            <a:ext cx="2700000" cy="316800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7"/>
            </p:custDataLst>
          </p:nvPr>
        </p:nvSpPr>
        <p:spPr>
          <a:xfrm>
            <a:off x="4116000" y="6314400"/>
            <a:ext cx="3960000" cy="316800"/>
          </a:xfrm>
        </p:spPr>
        <p:txBody>
          <a:bodyPr/>
          <a:lstStyle/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8"/>
            </p:custDataLst>
          </p:nvPr>
        </p:nvSpPr>
        <p:spPr>
          <a:xfrm>
            <a:off x="8877600" y="6314400"/>
            <a:ext cx="2700000" cy="316800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 showMasterSp="0">
  <p:cSld name="标题和副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圆角矩形 1"/>
          <p:cNvSpPr/>
          <p:nvPr userDrawn="1">
            <p:custDataLst>
              <p:tags r:id="rId3"/>
            </p:custDataLst>
          </p:nvPr>
        </p:nvSpPr>
        <p:spPr>
          <a:xfrm>
            <a:off x="399098" y="351155"/>
            <a:ext cx="11393805" cy="6155690"/>
          </a:xfrm>
          <a:prstGeom prst="roundRect">
            <a:avLst>
              <a:gd name="adj" fmla="val 1366"/>
            </a:avLst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>
              <a:cs typeface="MiSans Normal" panose="00000500000000000000" charset="-122"/>
            </a:endParaRPr>
          </a:p>
        </p:txBody>
      </p:sp>
      <p:sp>
        <p:nvSpPr>
          <p:cNvPr id="9" name="矩形: 圆角 4"/>
          <p:cNvSpPr/>
          <p:nvPr userDrawn="1">
            <p:custDataLst>
              <p:tags r:id="rId4"/>
            </p:custDataLst>
          </p:nvPr>
        </p:nvSpPr>
        <p:spPr>
          <a:xfrm>
            <a:off x="533401" y="474028"/>
            <a:ext cx="11125200" cy="5909945"/>
          </a:xfrm>
          <a:prstGeom prst="roundRect">
            <a:avLst>
              <a:gd name="adj" fmla="val 3640"/>
            </a:avLst>
          </a:prstGeom>
          <a:noFill/>
          <a:ln>
            <a:solidFill>
              <a:schemeClr val="accent1">
                <a:alpha val="50000"/>
              </a:schemeClr>
            </a:solidFill>
            <a:prstDash val="solid"/>
          </a:ln>
          <a:effectLst>
            <a:outerShdw blurRad="330200" dist="203200" dir="5400000" sx="98000" sy="98000" algn="t" rotWithShape="0">
              <a:schemeClr val="accent1">
                <a:alpha val="22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MiSans Normal" panose="00000500000000000000" charset="-122"/>
            </a:endParaRPr>
          </a:p>
        </p:txBody>
      </p:sp>
      <p:cxnSp>
        <p:nvCxnSpPr>
          <p:cNvPr id="6" name="直接连接符 5"/>
          <p:cNvCxnSpPr/>
          <p:nvPr userDrawn="1">
            <p:custDataLst>
              <p:tags r:id="rId5"/>
            </p:custDataLst>
          </p:nvPr>
        </p:nvCxnSpPr>
        <p:spPr>
          <a:xfrm>
            <a:off x="3683000" y="1335405"/>
            <a:ext cx="4813300" cy="0"/>
          </a:xfrm>
          <a:prstGeom prst="line">
            <a:avLst/>
          </a:prstGeom>
          <a:ln w="19050">
            <a:gradFill>
              <a:gsLst>
                <a:gs pos="22000">
                  <a:schemeClr val="accent1">
                    <a:alpha val="50000"/>
                  </a:schemeClr>
                </a:gs>
                <a:gs pos="100000">
                  <a:schemeClr val="bg1"/>
                </a:gs>
              </a:gsLst>
              <a:path path="circle">
                <a:fillToRect l="50000" t="50000" r="50000" b="50000"/>
              </a:path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6"/>
            </p:custDataLst>
          </p:nvPr>
        </p:nvSpPr>
        <p:spPr>
          <a:xfrm>
            <a:off x="612000" y="6314400"/>
            <a:ext cx="2700000" cy="316800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7"/>
            </p:custDataLst>
          </p:nvPr>
        </p:nvSpPr>
        <p:spPr>
          <a:xfrm>
            <a:off x="4116000" y="6314400"/>
            <a:ext cx="3960000" cy="316800"/>
          </a:xfrm>
        </p:spPr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8"/>
            </p:custDataLst>
          </p:nvPr>
        </p:nvSpPr>
        <p:spPr>
          <a:xfrm>
            <a:off x="8877600" y="6314400"/>
            <a:ext cx="2700000" cy="316800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11" name="文本占位符 10"/>
          <p:cNvSpPr>
            <a:spLocks noGrp="1"/>
          </p:cNvSpPr>
          <p:nvPr>
            <p:ph type="body" idx="1" hasCustomPrompt="1"/>
            <p:custDataLst>
              <p:tags r:id="rId9"/>
            </p:custDataLst>
          </p:nvPr>
        </p:nvSpPr>
        <p:spPr>
          <a:xfrm>
            <a:off x="695960" y="1301750"/>
            <a:ext cx="10799088" cy="405553"/>
          </a:xfrm>
        </p:spPr>
        <p:txBody>
          <a:bodyPr wrap="square" anchor="t">
            <a:norm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r>
              <a:rPr lang="zh-CN" altLang="en-US" dirty="0"/>
              <a:t>单击此处编辑副标题</a:t>
            </a:r>
            <a:endParaRPr lang="zh-CN" altLang="en-US" dirty="0"/>
          </a:p>
        </p:txBody>
      </p:sp>
      <p:sp>
        <p:nvSpPr>
          <p:cNvPr id="12" name="标题 1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封面页_1_3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 userDrawn="1">
            <p:custDataLst>
              <p:tags r:id="rId2"/>
            </p:custDataLst>
          </p:nvPr>
        </p:nvSpPr>
        <p:spPr>
          <a:xfrm>
            <a:off x="7530465" y="0"/>
            <a:ext cx="3216910" cy="6858000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10" name="图片 9"/>
          <p:cNvPicPr>
            <a:picLocks noChangeAspect="1"/>
          </p:cNvPicPr>
          <p:nvPr userDrawn="1">
            <p:custDataLst>
              <p:tags r:id="rId3"/>
            </p:custDataLst>
          </p:nvPr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71895" y="2340539"/>
            <a:ext cx="5543669" cy="3468684"/>
          </a:xfrm>
          <a:prstGeom prst="rect">
            <a:avLst/>
          </a:prstGeom>
        </p:spPr>
      </p:pic>
      <p:sp>
        <p:nvSpPr>
          <p:cNvPr id="12" name="矩形: 圆角 11"/>
          <p:cNvSpPr/>
          <p:nvPr userDrawn="1">
            <p:custDataLst>
              <p:tags r:id="rId5"/>
            </p:custDataLst>
          </p:nvPr>
        </p:nvSpPr>
        <p:spPr>
          <a:xfrm>
            <a:off x="569595" y="551815"/>
            <a:ext cx="163830" cy="163830"/>
          </a:xfrm>
          <a:prstGeom prst="roundRect">
            <a:avLst>
              <a:gd name="adj" fmla="val 34059"/>
            </a:avLst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MiSans Normal" panose="00000500000000000000" charset="-122"/>
            </a:endParaRPr>
          </a:p>
        </p:txBody>
      </p:sp>
      <p:sp>
        <p:nvSpPr>
          <p:cNvPr id="13" name="矩形: 圆角 12"/>
          <p:cNvSpPr/>
          <p:nvPr userDrawn="1">
            <p:custDataLst>
              <p:tags r:id="rId6"/>
            </p:custDataLst>
          </p:nvPr>
        </p:nvSpPr>
        <p:spPr>
          <a:xfrm>
            <a:off x="667385" y="523875"/>
            <a:ext cx="100965" cy="100965"/>
          </a:xfrm>
          <a:prstGeom prst="roundRect">
            <a:avLst>
              <a:gd name="adj" fmla="val 31794"/>
            </a:avLst>
          </a:prstGeom>
          <a:solidFill>
            <a:schemeClr val="tx1"/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cs typeface="MiSans Normal" panose="00000500000000000000" charset="-122"/>
            </a:endParaRPr>
          </a:p>
        </p:txBody>
      </p:sp>
      <p:pic>
        <p:nvPicPr>
          <p:cNvPr id="15" name="图形 14"/>
          <p:cNvPicPr>
            <a:picLocks noChangeAspect="1"/>
          </p:cNvPicPr>
          <p:nvPr userDrawn="1">
            <p:custDataLst>
              <p:tags r:id="rId7"/>
            </p:custDataLst>
          </p:nvPr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 rot="16200000">
            <a:off x="11393805" y="505460"/>
            <a:ext cx="228600" cy="228600"/>
          </a:xfrm>
          <a:prstGeom prst="rect">
            <a:avLst/>
          </a:prstGeom>
        </p:spPr>
      </p:pic>
      <p:pic>
        <p:nvPicPr>
          <p:cNvPr id="16" name="图形 15"/>
          <p:cNvPicPr>
            <a:picLocks noChangeAspect="1"/>
          </p:cNvPicPr>
          <p:nvPr userDrawn="1">
            <p:custDataLst>
              <p:tags r:id="rId10"/>
            </p:custDataLst>
          </p:nvPr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 rot="5400000" flipH="1">
            <a:off x="11165205" y="505460"/>
            <a:ext cx="228600" cy="228600"/>
          </a:xfrm>
          <a:prstGeom prst="rect">
            <a:avLst/>
          </a:prstGeom>
        </p:spPr>
      </p:pic>
      <p:sp>
        <p:nvSpPr>
          <p:cNvPr id="11" name="日期占位符 3"/>
          <p:cNvSpPr>
            <a:spLocks noGrp="1"/>
          </p:cNvSpPr>
          <p:nvPr>
            <p:ph type="dt" sz="half" idx="16385"/>
            <p:custDataLst>
              <p:tags r:id="rId11"/>
            </p:custDataLst>
          </p:nvPr>
        </p:nvSpPr>
        <p:spPr>
          <a:xfrm>
            <a:off x="612000" y="6314400"/>
            <a:ext cx="2700000" cy="316800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4" name="页脚占位符 4"/>
          <p:cNvSpPr>
            <a:spLocks noGrp="1"/>
          </p:cNvSpPr>
          <p:nvPr>
            <p:ph type="ftr" sz="quarter" idx="16386"/>
            <p:custDataLst>
              <p:tags r:id="rId12"/>
            </p:custDataLst>
          </p:nvPr>
        </p:nvSpPr>
        <p:spPr>
          <a:xfrm>
            <a:off x="4116000" y="6314400"/>
            <a:ext cx="3960000" cy="316800"/>
          </a:xfrm>
        </p:spPr>
        <p:txBody>
          <a:bodyPr/>
          <a:lstStyle/>
          <a:p>
            <a:endParaRPr lang="zh-CN" altLang="en-US" dirty="0"/>
          </a:p>
        </p:txBody>
      </p:sp>
      <p:sp>
        <p:nvSpPr>
          <p:cNvPr id="19" name="Text Placeholder 18"/>
          <p:cNvSpPr>
            <a:spLocks noGrp="1"/>
          </p:cNvSpPr>
          <p:nvPr>
            <p:ph type="body" idx="16389" hasCustomPrompt="1"/>
            <p:custDataLst>
              <p:tags r:id="rId13"/>
            </p:custDataLst>
          </p:nvPr>
        </p:nvSpPr>
        <p:spPr>
          <a:xfrm>
            <a:off x="1016000" y="1579880"/>
            <a:ext cx="6097058" cy="457200"/>
          </a:xfrm>
          <a:prstGeom prst="rect">
            <a:avLst/>
          </a:prstGeom>
          <a:noFill/>
        </p:spPr>
        <p:txBody>
          <a:bodyPr vert="horz"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accent1"/>
                </a:solidFill>
              </a:defRPr>
            </a:lvl1pPr>
          </a:lstStyle>
          <a:p>
            <a:pPr lvl="0"/>
            <a:r>
              <a:rPr lang="zh-CN" altLang="en-US" smtClean="0"/>
              <a:t>20XX YEAR</a:t>
            </a:r>
            <a:endParaRPr lang="zh-CN" altLang="en-US" smtClean="0"/>
          </a:p>
        </p:txBody>
      </p:sp>
      <p:sp>
        <p:nvSpPr>
          <p:cNvPr id="17" name="灯片编号占位符 5"/>
          <p:cNvSpPr>
            <a:spLocks noGrp="1"/>
          </p:cNvSpPr>
          <p:nvPr>
            <p:ph type="sldNum" sz="quarter" idx="16387"/>
            <p:custDataLst>
              <p:tags r:id="rId14"/>
            </p:custDataLst>
          </p:nvPr>
        </p:nvSpPr>
        <p:spPr>
          <a:xfrm>
            <a:off x="8877600" y="6314400"/>
            <a:ext cx="2700000" cy="316800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8" name="标题"/>
          <p:cNvSpPr txBox="1">
            <a:spLocks noGrp="1"/>
          </p:cNvSpPr>
          <p:nvPr>
            <p:ph type="title" idx="16388" hasCustomPrompt="1"/>
            <p:custDataLst>
              <p:tags r:id="rId15"/>
            </p:custDataLst>
          </p:nvPr>
        </p:nvSpPr>
        <p:spPr>
          <a:xfrm>
            <a:off x="1016000" y="2087880"/>
            <a:ext cx="6352646" cy="2540000"/>
          </a:xfrm>
          <a:prstGeom prst="rect">
            <a:avLst/>
          </a:prstGeom>
          <a:noFill/>
        </p:spPr>
        <p:txBody>
          <a:bodyPr vert="horz" wrap="square" lIns="0" tIns="0" rIns="0" bIns="0" rtlCol="0" anchor="t" anchorCtr="0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6000" b="1" i="0" u="none" strike="noStrike" kern="1200" cap="none" spc="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latin typeface="+mj-ea"/>
                <a:ea typeface="+mj-ea"/>
                <a:cs typeface="+mj-ea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
添加文档标题</a:t>
            </a:r>
            <a:endParaRPr dirty="0">
              <a:sym typeface="+mn-ea"/>
            </a:endParaRPr>
          </a:p>
        </p:txBody>
      </p:sp>
      <p:sp>
        <p:nvSpPr>
          <p:cNvPr id="7" name="署名"/>
          <p:cNvSpPr txBox="1">
            <a:spLocks noGrp="1"/>
          </p:cNvSpPr>
          <p:nvPr>
            <p:ph type="body" idx="16390" hasCustomPrompt="1"/>
            <p:custDataLst>
              <p:tags r:id="rId16"/>
            </p:custDataLst>
          </p:nvPr>
        </p:nvSpPr>
        <p:spPr>
          <a:xfrm>
            <a:off x="1016000" y="4678680"/>
            <a:ext cx="2540882" cy="533400"/>
          </a:xfrm>
          <a:prstGeom prst="roundRect">
            <a:avLst/>
          </a:prstGeom>
          <a:solidFill>
            <a:schemeClr val="accent1"/>
          </a:solidFill>
        </p:spPr>
        <p:txBody>
          <a:bodyPr vert="horz" wrap="square" lIns="0" tIns="0" rIns="0" bIns="0" rtlCol="0" anchor="ctr">
            <a:normAutofit/>
          </a:bodyPr>
          <a:lstStyle>
            <a:lvl1pPr marL="0" marR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2000" b="0" i="0" u="none" strike="noStrike" kern="1200" cap="none" spc="0" normalizeH="0" baseline="0" noProof="1" dirty="0">
                <a:solidFill>
                  <a:schemeClr val="bg1"/>
                </a:solidFill>
                <a:latin typeface="+mn-ea"/>
                <a:ea typeface="+mn-ea"/>
                <a:cs typeface="MiSans Normal" panose="00000500000000000000" charset="-122"/>
              </a:defRPr>
            </a:lvl1pPr>
          </a:lstStyle>
          <a:p>
            <a:pPr lvl="0" algn="ctr"/>
            <a:r>
              <a:rPr>
                <a:sym typeface="+mn-ea"/>
              </a:rPr>
              <a:t>BY WPS</a:t>
            </a:r>
            <a:endParaRPr>
              <a:sym typeface="+mn-ea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章节页_1_5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1"/>
          <p:cNvSpPr/>
          <p:nvPr userDrawn="1">
            <p:custDataLst>
              <p:tags r:id="rId2"/>
            </p:custDataLst>
          </p:nvPr>
        </p:nvSpPr>
        <p:spPr>
          <a:xfrm>
            <a:off x="1303020" y="0"/>
            <a:ext cx="2678430" cy="6858000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矩形: 圆角 11"/>
          <p:cNvSpPr/>
          <p:nvPr>
            <p:custDataLst>
              <p:tags r:id="rId3"/>
            </p:custDataLst>
          </p:nvPr>
        </p:nvSpPr>
        <p:spPr>
          <a:xfrm>
            <a:off x="569595" y="551815"/>
            <a:ext cx="163830" cy="163830"/>
          </a:xfrm>
          <a:prstGeom prst="roundRect">
            <a:avLst>
              <a:gd name="adj" fmla="val 34059"/>
            </a:avLst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MiSans Normal" panose="00000500000000000000" charset="-122"/>
            </a:endParaRPr>
          </a:p>
        </p:txBody>
      </p:sp>
      <p:sp>
        <p:nvSpPr>
          <p:cNvPr id="13" name="矩形: 圆角 12"/>
          <p:cNvSpPr/>
          <p:nvPr>
            <p:custDataLst>
              <p:tags r:id="rId4"/>
            </p:custDataLst>
          </p:nvPr>
        </p:nvSpPr>
        <p:spPr>
          <a:xfrm>
            <a:off x="667385" y="523875"/>
            <a:ext cx="100965" cy="100965"/>
          </a:xfrm>
          <a:prstGeom prst="roundRect">
            <a:avLst>
              <a:gd name="adj" fmla="val 31794"/>
            </a:avLst>
          </a:prstGeom>
          <a:solidFill>
            <a:schemeClr val="tx1"/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cs typeface="MiSans Normal" panose="00000500000000000000" charset="-122"/>
            </a:endParaRPr>
          </a:p>
        </p:txBody>
      </p:sp>
      <p:pic>
        <p:nvPicPr>
          <p:cNvPr id="10" name="图形 14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rot="16200000">
            <a:off x="11393805" y="505460"/>
            <a:ext cx="228600" cy="228600"/>
          </a:xfrm>
          <a:prstGeom prst="rect">
            <a:avLst/>
          </a:prstGeom>
        </p:spPr>
      </p:pic>
      <p:pic>
        <p:nvPicPr>
          <p:cNvPr id="16" name="图形 15"/>
          <p:cNvPicPr>
            <a:picLocks noChangeAspect="1"/>
          </p:cNvPicPr>
          <p:nvPr>
            <p:custDataLst>
              <p:tags r:id="rId8"/>
            </p:custDataLst>
          </p:nvPr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rot="5400000" flipH="1">
            <a:off x="11165205" y="505460"/>
            <a:ext cx="228600" cy="228600"/>
          </a:xfrm>
          <a:prstGeom prst="rect">
            <a:avLst/>
          </a:prstGeom>
        </p:spPr>
      </p:pic>
      <p:pic>
        <p:nvPicPr>
          <p:cNvPr id="9" name="图片 8" descr="1_画板 1"/>
          <p:cNvPicPr>
            <a:picLocks noChangeAspect="1"/>
          </p:cNvPicPr>
          <p:nvPr>
            <p:custDataLst>
              <p:tags r:id="rId9"/>
            </p:custDataLst>
          </p:nvPr>
        </p:nvPicPr>
        <p:blipFill>
          <a:blip r:embed="rId10"/>
          <a:srcRect l="44031" t="17820" r="2646" b="7937"/>
          <a:stretch>
            <a:fillRect/>
          </a:stretch>
        </p:blipFill>
        <p:spPr>
          <a:xfrm>
            <a:off x="0" y="1631315"/>
            <a:ext cx="5379720" cy="4212590"/>
          </a:xfrm>
          <a:prstGeom prst="rect">
            <a:avLst/>
          </a:prstGeom>
        </p:spPr>
      </p:pic>
      <p:sp>
        <p:nvSpPr>
          <p:cNvPr id="11" name="日期占位符 3"/>
          <p:cNvSpPr>
            <a:spLocks noGrp="1"/>
          </p:cNvSpPr>
          <p:nvPr>
            <p:ph type="dt" sz="half" idx="16385"/>
            <p:custDataLst>
              <p:tags r:id="rId11"/>
            </p:custDataLst>
          </p:nvPr>
        </p:nvSpPr>
        <p:spPr>
          <a:xfrm>
            <a:off x="612000" y="6314400"/>
            <a:ext cx="2700000" cy="316800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4" name="页脚占位符 4"/>
          <p:cNvSpPr>
            <a:spLocks noGrp="1"/>
          </p:cNvSpPr>
          <p:nvPr>
            <p:ph type="ftr" sz="quarter" idx="16386"/>
            <p:custDataLst>
              <p:tags r:id="rId12"/>
            </p:custDataLst>
          </p:nvPr>
        </p:nvSpPr>
        <p:spPr>
          <a:xfrm>
            <a:off x="4116000" y="6314400"/>
            <a:ext cx="3960000" cy="316800"/>
          </a:xfrm>
        </p:spPr>
        <p:txBody>
          <a:bodyPr/>
          <a:lstStyle/>
          <a:p>
            <a:endParaRPr lang="zh-CN" altLang="en-US" dirty="0"/>
          </a:p>
        </p:txBody>
      </p:sp>
      <p:sp>
        <p:nvSpPr>
          <p:cNvPr id="15" name="灯片编号占位符 5"/>
          <p:cNvSpPr>
            <a:spLocks noGrp="1"/>
          </p:cNvSpPr>
          <p:nvPr>
            <p:ph type="sldNum" sz="quarter" idx="16387"/>
            <p:custDataLst>
              <p:tags r:id="rId13"/>
            </p:custDataLst>
          </p:nvPr>
        </p:nvSpPr>
        <p:spPr>
          <a:xfrm>
            <a:off x="8877600" y="6314400"/>
            <a:ext cx="2700000" cy="316800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8" name="标题"/>
          <p:cNvSpPr txBox="1">
            <a:spLocks noGrp="1"/>
          </p:cNvSpPr>
          <p:nvPr>
            <p:ph type="title" idx="16388" hasCustomPrompt="1"/>
            <p:custDataLst>
              <p:tags r:id="rId14"/>
            </p:custDataLst>
          </p:nvPr>
        </p:nvSpPr>
        <p:spPr>
          <a:xfrm>
            <a:off x="4823883" y="3530600"/>
            <a:ext cx="6352117" cy="1524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rmAutofit/>
          </a:bodyPr>
          <a:lstStyle>
            <a:lvl1pPr marL="0" marR="0" lvl="0" indent="0" algn="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4800" b="0" i="0" u="none" strike="noStrike" kern="1200" cap="none" spc="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latin typeface="+mj-ea"/>
                <a:ea typeface="+mj-ea"/>
                <a:cs typeface="MiSans Normal" panose="00000500000000000000" charset="-122"/>
                <a:sym typeface="+mn-ea"/>
              </a:defRPr>
            </a:lvl1pPr>
          </a:lstStyle>
          <a:p>
            <a:pPr lvl="0" algn="r">
              <a:buClrTx/>
              <a:buSzTx/>
              <a:buFontTx/>
            </a:pPr>
            <a:r>
              <a:rPr dirty="0">
                <a:sym typeface="+mn-ea"/>
              </a:rPr>
              <a:t>单击此处添加章节标题</a:t>
            </a:r>
            <a:endParaRPr dirty="0">
              <a:sym typeface="+mn-ea"/>
            </a:endParaRPr>
          </a:p>
        </p:txBody>
      </p:sp>
      <p:sp>
        <p:nvSpPr>
          <p:cNvPr id="7" name="节编号"/>
          <p:cNvSpPr txBox="1">
            <a:spLocks noGrp="1"/>
          </p:cNvSpPr>
          <p:nvPr>
            <p:ph type="body" idx="16389" hasCustomPrompt="1"/>
            <p:custDataLst>
              <p:tags r:id="rId15"/>
            </p:custDataLst>
          </p:nvPr>
        </p:nvSpPr>
        <p:spPr>
          <a:xfrm>
            <a:off x="9648825" y="1905000"/>
            <a:ext cx="1527175" cy="1524000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normAutofit/>
          </a:bodyPr>
          <a:lstStyle>
            <a:defPPr>
              <a:defRPr lang="zh-CN"/>
            </a:defPPr>
            <a:lvl1pPr marL="0" marR="0" indent="0" algn="r" defTabSz="914400" rtl="0" eaLnBrk="1" fontAlgn="auto" latinLnBrk="0" hangingPunct="1">
              <a:lnSpc>
                <a:spcPct val="109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zh-CN" sz="7200" b="1" i="0" u="none" strike="noStrike" kern="1200" cap="none" spc="0" normalizeH="0" baseline="0" noProof="1" dirty="0">
                <a:solidFill>
                  <a:schemeClr val="accent1"/>
                </a:solidFill>
                <a:latin typeface="+mj-ea"/>
                <a:ea typeface="+mj-ea"/>
                <a:cs typeface="MiSans Normal" panose="00000500000000000000" charset="-122"/>
                <a:sym typeface="+mn-ea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r">
              <a:lnSpc>
                <a:spcPct val="110000"/>
              </a:lnSpc>
            </a:pPr>
            <a:r>
              <a:rPr dirty="0">
                <a:sym typeface="+mn-ea"/>
              </a:rPr>
              <a:t>01</a:t>
            </a:r>
            <a:endParaRPr dirty="0">
              <a:sym typeface="+mn-ea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结束页_1_3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 userDrawn="1">
            <p:custDataLst>
              <p:tags r:id="rId2"/>
            </p:custDataLst>
          </p:nvPr>
        </p:nvSpPr>
        <p:spPr>
          <a:xfrm>
            <a:off x="6989445" y="0"/>
            <a:ext cx="3312160" cy="6858000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9" name="图片 8"/>
          <p:cNvPicPr>
            <a:picLocks noChangeAspect="1"/>
          </p:cNvPicPr>
          <p:nvPr userDrawn="1">
            <p:custDataLst>
              <p:tags r:id="rId3"/>
            </p:custDataLst>
          </p:nvPr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96915" y="1705610"/>
            <a:ext cx="5697220" cy="3564890"/>
          </a:xfrm>
          <a:prstGeom prst="rect">
            <a:avLst/>
          </a:prstGeom>
        </p:spPr>
      </p:pic>
      <p:sp>
        <p:nvSpPr>
          <p:cNvPr id="12" name="矩形: 圆角 11"/>
          <p:cNvSpPr/>
          <p:nvPr userDrawn="1">
            <p:custDataLst>
              <p:tags r:id="rId5"/>
            </p:custDataLst>
          </p:nvPr>
        </p:nvSpPr>
        <p:spPr>
          <a:xfrm>
            <a:off x="569595" y="551815"/>
            <a:ext cx="163830" cy="163830"/>
          </a:xfrm>
          <a:prstGeom prst="roundRect">
            <a:avLst>
              <a:gd name="adj" fmla="val 34059"/>
            </a:avLst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MiSans Normal" panose="00000500000000000000" charset="-122"/>
            </a:endParaRPr>
          </a:p>
        </p:txBody>
      </p:sp>
      <p:sp>
        <p:nvSpPr>
          <p:cNvPr id="13" name="矩形: 圆角 12"/>
          <p:cNvSpPr/>
          <p:nvPr userDrawn="1">
            <p:custDataLst>
              <p:tags r:id="rId6"/>
            </p:custDataLst>
          </p:nvPr>
        </p:nvSpPr>
        <p:spPr>
          <a:xfrm>
            <a:off x="667385" y="523875"/>
            <a:ext cx="100965" cy="100965"/>
          </a:xfrm>
          <a:prstGeom prst="roundRect">
            <a:avLst>
              <a:gd name="adj" fmla="val 31794"/>
            </a:avLst>
          </a:prstGeom>
          <a:solidFill>
            <a:schemeClr val="tx1"/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cs typeface="MiSans Normal" panose="00000500000000000000" charset="-122"/>
            </a:endParaRPr>
          </a:p>
        </p:txBody>
      </p:sp>
      <p:pic>
        <p:nvPicPr>
          <p:cNvPr id="15" name="图形 14"/>
          <p:cNvPicPr>
            <a:picLocks noChangeAspect="1"/>
          </p:cNvPicPr>
          <p:nvPr userDrawn="1">
            <p:custDataLst>
              <p:tags r:id="rId7"/>
            </p:custDataLst>
          </p:nvPr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 rot="16200000">
            <a:off x="11393805" y="505460"/>
            <a:ext cx="228600" cy="228600"/>
          </a:xfrm>
          <a:prstGeom prst="rect">
            <a:avLst/>
          </a:prstGeom>
        </p:spPr>
      </p:pic>
      <p:pic>
        <p:nvPicPr>
          <p:cNvPr id="16" name="图形 15"/>
          <p:cNvPicPr>
            <a:picLocks noChangeAspect="1"/>
          </p:cNvPicPr>
          <p:nvPr userDrawn="1">
            <p:custDataLst>
              <p:tags r:id="rId10"/>
            </p:custDataLst>
          </p:nvPr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 rot="5400000" flipH="1">
            <a:off x="11165205" y="505460"/>
            <a:ext cx="228600" cy="228600"/>
          </a:xfrm>
          <a:prstGeom prst="rect">
            <a:avLst/>
          </a:prstGeom>
        </p:spPr>
      </p:pic>
      <p:sp>
        <p:nvSpPr>
          <p:cNvPr id="10" name="日期占位符 3"/>
          <p:cNvSpPr>
            <a:spLocks noGrp="1"/>
          </p:cNvSpPr>
          <p:nvPr>
            <p:ph type="dt" sz="half" idx="16385"/>
            <p:custDataLst>
              <p:tags r:id="rId11"/>
            </p:custDataLst>
          </p:nvPr>
        </p:nvSpPr>
        <p:spPr>
          <a:xfrm>
            <a:off x="612000" y="6314400"/>
            <a:ext cx="2700000" cy="316800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1" name="页脚占位符 4"/>
          <p:cNvSpPr>
            <a:spLocks noGrp="1"/>
          </p:cNvSpPr>
          <p:nvPr>
            <p:ph type="ftr" sz="quarter" idx="16386"/>
            <p:custDataLst>
              <p:tags r:id="rId12"/>
            </p:custDataLst>
          </p:nvPr>
        </p:nvSpPr>
        <p:spPr>
          <a:xfrm>
            <a:off x="4116000" y="6314400"/>
            <a:ext cx="3960000" cy="316800"/>
          </a:xfrm>
        </p:spPr>
        <p:txBody>
          <a:bodyPr/>
          <a:lstStyle/>
          <a:p>
            <a:endParaRPr lang="zh-CN" altLang="en-US" dirty="0"/>
          </a:p>
        </p:txBody>
      </p:sp>
      <p:sp>
        <p:nvSpPr>
          <p:cNvPr id="14" name="灯片编号占位符 5"/>
          <p:cNvSpPr>
            <a:spLocks noGrp="1"/>
          </p:cNvSpPr>
          <p:nvPr>
            <p:ph type="sldNum" sz="quarter" idx="16387"/>
            <p:custDataLst>
              <p:tags r:id="rId13"/>
            </p:custDataLst>
          </p:nvPr>
        </p:nvSpPr>
        <p:spPr>
          <a:xfrm>
            <a:off x="8877600" y="6314400"/>
            <a:ext cx="2700000" cy="316800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18" name="Subtitle 17"/>
          <p:cNvSpPr>
            <a:spLocks noGrp="1"/>
          </p:cNvSpPr>
          <p:nvPr>
            <p:ph type="body" idx="16389" hasCustomPrompt="1"/>
            <p:custDataLst>
              <p:tags r:id="rId14"/>
            </p:custDataLst>
          </p:nvPr>
        </p:nvSpPr>
        <p:spPr>
          <a:xfrm>
            <a:off x="1016000" y="2667000"/>
            <a:ext cx="5449358" cy="457200"/>
          </a:xfrm>
          <a:prstGeom prst="rect">
            <a:avLst/>
          </a:prstGeom>
          <a:noFill/>
        </p:spPr>
        <p:txBody>
          <a:bodyPr vert="horz"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THE END</a:t>
            </a:r>
            <a:endParaRPr lang="zh-CN" altLang="en-US"/>
          </a:p>
        </p:txBody>
      </p:sp>
      <p:sp>
        <p:nvSpPr>
          <p:cNvPr id="8" name="标题"/>
          <p:cNvSpPr txBox="1">
            <a:spLocks noGrp="1"/>
          </p:cNvSpPr>
          <p:nvPr>
            <p:ph type="title" idx="16388" hasCustomPrompt="1"/>
            <p:custDataLst>
              <p:tags r:id="rId15"/>
            </p:custDataLst>
          </p:nvPr>
        </p:nvSpPr>
        <p:spPr>
          <a:xfrm>
            <a:off x="1016000" y="3175000"/>
            <a:ext cx="5451122" cy="1016000"/>
          </a:xfrm>
          <a:prstGeom prst="rect">
            <a:avLst/>
          </a:prstGeom>
          <a:noFill/>
        </p:spPr>
        <p:txBody>
          <a:bodyPr vert="horz" wrap="square" lIns="0" tIns="0" rIns="0" bIns="0" rtlCol="0" anchor="t" anchorCtr="0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6400" b="1" i="0" u="none" strike="noStrike" kern="1200" cap="none" spc="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latin typeface="+mj-ea"/>
                <a:ea typeface="+mj-ea"/>
                <a:cs typeface="MiSans Normal" panose="00000500000000000000" charset="-122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谢谢观看</a:t>
            </a:r>
            <a:endParaRPr dirty="0">
              <a:sym typeface="+mn-ea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页-1-5-4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日期占位符 3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>
          <a:xfrm>
            <a:off x="612000" y="6314400"/>
            <a:ext cx="2700000" cy="316800"/>
          </a:xfrm>
        </p:spPr>
        <p:txBody>
          <a:bodyPr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7" name="页脚占位符 4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>
          <a:xfrm>
            <a:off x="4116000" y="6314400"/>
            <a:ext cx="3960000" cy="316800"/>
          </a:xfrm>
        </p:spPr>
        <p:txBody>
          <a:bodyPr/>
          <a:p>
            <a:endParaRPr lang="zh-CN" altLang="en-US" dirty="0"/>
          </a:p>
        </p:txBody>
      </p:sp>
      <p:sp>
        <p:nvSpPr>
          <p:cNvPr id="8" name="灯片编号占位符 5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>
          <a:xfrm>
            <a:off x="8877600" y="6314400"/>
            <a:ext cx="2700000" cy="316800"/>
          </a:xfrm>
        </p:spPr>
        <p:txBody>
          <a:bodyPr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11" name="Subtitle 10"/>
          <p:cNvSpPr>
            <a:spLocks noGrp="1"/>
          </p:cNvSpPr>
          <p:nvPr>
            <p:ph type="subTitle" idx="17826305" hasCustomPrompt="1"/>
            <p:custDataLst>
              <p:tags r:id="rId5"/>
            </p:custDataLst>
          </p:nvPr>
        </p:nvSpPr>
        <p:spPr>
          <a:xfrm>
            <a:off x="761471" y="2667000"/>
            <a:ext cx="2363258" cy="457200"/>
          </a:xfrm>
          <a:noFill/>
        </p:spPr>
        <p:txBody>
          <a:bodyPr lIns="0" tIns="0" rIns="0" bIns="0" anchor="t">
            <a:normAutofit/>
          </a:bodyPr>
          <a:lstStyle>
            <a:lvl1pPr marL="0" indent="0" algn="ctr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CONTENTS</a:t>
            </a:r>
            <a:endParaRPr lang="zh-CN" altLang="en-US"/>
          </a:p>
        </p:txBody>
      </p:sp>
      <p:sp>
        <p:nvSpPr>
          <p:cNvPr id="12" name="Title 11"/>
          <p:cNvSpPr>
            <a:spLocks noGrp="1"/>
          </p:cNvSpPr>
          <p:nvPr>
            <p:ph type="ctrTitle" idx="17826049" hasCustomPrompt="1"/>
            <p:custDataLst>
              <p:tags r:id="rId6"/>
            </p:custDataLst>
          </p:nvPr>
        </p:nvSpPr>
        <p:spPr>
          <a:xfrm>
            <a:off x="760942" y="3175000"/>
            <a:ext cx="2364317" cy="762000"/>
          </a:xfrm>
          <a:noFill/>
        </p:spPr>
        <p:txBody>
          <a:bodyPr lIns="0" tIns="0" rIns="0" bIns="0" anchor="t">
            <a:normAutofit/>
          </a:bodyPr>
          <a:lstStyle>
            <a:lvl1pPr marL="0" indent="0" algn="ctr">
              <a:lnSpc>
                <a:spcPct val="104000"/>
              </a:lnSpc>
              <a:spcBef>
                <a:spcPct val="0"/>
              </a:spcBef>
              <a:spcAft>
                <a:spcPct val="0"/>
              </a:spcAft>
              <a:buNone/>
              <a:defRPr sz="4800" b="1" spc="0">
                <a:solidFill>
                  <a:schemeClr val="tx1"/>
                </a:solidFill>
              </a:defRPr>
            </a:lvl1pPr>
          </a:lstStyle>
          <a:p>
            <a:r>
              <a:rPr lang="zh-CN" altLang="en-US"/>
              <a:t>目录</a:t>
            </a:r>
            <a:endParaRPr lang="zh-CN" altLang="en-US"/>
          </a:p>
        </p:txBody>
      </p:sp>
      <p:sp>
        <p:nvSpPr>
          <p:cNvPr id="13" name="Text Placeholder 12"/>
          <p:cNvSpPr>
            <a:spLocks noGrp="1"/>
          </p:cNvSpPr>
          <p:nvPr>
            <p:ph type="body" idx="319883777" hasCustomPrompt="1"/>
            <p:custDataLst>
              <p:tags r:id="rId7"/>
            </p:custDataLst>
          </p:nvPr>
        </p:nvSpPr>
        <p:spPr>
          <a:xfrm>
            <a:off x="4070350" y="2286000"/>
            <a:ext cx="596900" cy="508000"/>
          </a:xfrm>
          <a:noFill/>
        </p:spPr>
        <p:txBody>
          <a:bodyPr wrap="none" lIns="0" tIns="0" rIns="0" bIns="0" anchor="ctr">
            <a:noAutofit/>
          </a:bodyPr>
          <a:lstStyle>
            <a:lvl1pPr marL="0" indent="0" algn="ctr">
              <a:lnSpc>
                <a:spcPct val="109000"/>
              </a:lnSpc>
              <a:spcBef>
                <a:spcPct val="0"/>
              </a:spcBef>
              <a:spcAft>
                <a:spcPct val="0"/>
              </a:spcAft>
              <a:buNone/>
              <a:defRPr sz="4000" b="0" spc="0">
                <a:solidFill>
                  <a:schemeClr val="accent1"/>
                </a:solidFill>
              </a:defRPr>
            </a:lvl1pPr>
          </a:lstStyle>
          <a:p>
            <a:pPr lvl="0"/>
            <a:r>
              <a:rPr lang="zh-CN" altLang="en-US" smtClean="0"/>
              <a:t>01</a:t>
            </a:r>
            <a:endParaRPr lang="zh-CN" altLang="en-US" smtClean="0"/>
          </a:p>
        </p:txBody>
      </p:sp>
      <p:sp>
        <p:nvSpPr>
          <p:cNvPr id="14" name="装饰  3"/>
          <p:cNvSpPr>
            <a:spLocks noGrp="1"/>
          </p:cNvSpPr>
          <p:nvPr>
            <p:ph type="body" idx="319883522" hasCustomPrompt="1"/>
            <p:custDataLst>
              <p:tags r:id="rId8"/>
            </p:custDataLst>
          </p:nvPr>
        </p:nvSpPr>
        <p:spPr>
          <a:xfrm>
            <a:off x="4851400" y="2209800"/>
            <a:ext cx="25400" cy="762000"/>
          </a:xfrm>
          <a:custGeom>
            <a:avLst/>
            <a:gdLst>
              <a:gd name="connisteX0" fmla="*/ 0 w 25400"/>
              <a:gd name="connsiteY0" fmla="*/ 12700 h 762000"/>
              <a:gd name="connisteX1" fmla="*/ 12700 w 25400"/>
              <a:gd name="connsiteY1" fmla="*/ 0 h 762000"/>
              <a:gd name="connisteX2" fmla="*/ 12700 w 25400"/>
              <a:gd name="connsiteY2" fmla="*/ 0 h 762000"/>
              <a:gd name="connisteX3" fmla="*/ 25400 w 25400"/>
              <a:gd name="connsiteY3" fmla="*/ 12700 h 762000"/>
              <a:gd name="connisteX4" fmla="*/ 25400 w 25400"/>
              <a:gd name="connsiteY4" fmla="*/ 749300 h 762000"/>
              <a:gd name="connisteX5" fmla="*/ 12700 w 25400"/>
              <a:gd name="connsiteY5" fmla="*/ 762000 h 762000"/>
              <a:gd name="connisteX6" fmla="*/ 12700 w 25400"/>
              <a:gd name="connsiteY6" fmla="*/ 762000 h 762000"/>
              <a:gd name="connisteX7" fmla="*/ 0 w 25400"/>
              <a:gd name="connsiteY7" fmla="*/ 749300 h 762000"/>
              <a:gd name="connisteX8" fmla="*/ 0 w 25400"/>
              <a:gd name="connsiteY8" fmla="*/ 12700 h 762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25400" h="762000">
                <a:moveTo>
                  <a:pt x="0" y="12700"/>
                </a:moveTo>
                <a:cubicBezTo>
                  <a:pt x="0" y="5686"/>
                  <a:pt x="5686" y="0"/>
                  <a:pt x="12700" y="0"/>
                </a:cubicBezTo>
                <a:lnTo>
                  <a:pt x="12700" y="0"/>
                </a:lnTo>
                <a:cubicBezTo>
                  <a:pt x="19714" y="0"/>
                  <a:pt x="25400" y="5686"/>
                  <a:pt x="25400" y="12700"/>
                </a:cubicBezTo>
                <a:lnTo>
                  <a:pt x="25400" y="749300"/>
                </a:lnTo>
                <a:cubicBezTo>
                  <a:pt x="25400" y="756314"/>
                  <a:pt x="19714" y="762000"/>
                  <a:pt x="12700" y="762000"/>
                </a:cubicBezTo>
                <a:lnTo>
                  <a:pt x="12700" y="762000"/>
                </a:lnTo>
                <a:cubicBezTo>
                  <a:pt x="5686" y="762000"/>
                  <a:pt x="0" y="756314"/>
                  <a:pt x="0" y="749300"/>
                </a:cubicBezTo>
                <a:lnTo>
                  <a:pt x="0" y="12700"/>
                </a:lnTo>
                <a:close/>
              </a:path>
            </a:pathLst>
          </a:custGeom>
          <a:solidFill>
            <a:schemeClr val="accent1">
              <a:alpha val="50000"/>
            </a:schemeClr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5" name="Text Placeholder 14"/>
          <p:cNvSpPr>
            <a:spLocks noGrp="1"/>
          </p:cNvSpPr>
          <p:nvPr>
            <p:ph type="body" idx="51446017" hasCustomPrompt="1"/>
            <p:custDataLst>
              <p:tags r:id="rId9"/>
            </p:custDataLst>
          </p:nvPr>
        </p:nvSpPr>
        <p:spPr>
          <a:xfrm>
            <a:off x="5080000" y="2133600"/>
            <a:ext cx="2324100" cy="914400"/>
          </a:xfrm>
          <a:noFill/>
        </p:spPr>
        <p:txBody>
          <a:bodyPr lIns="0" tIns="0" rIns="0" bIns="0" anchor="ctr">
            <a:normAutofit/>
          </a:bodyPr>
          <a:lstStyle>
            <a:lvl1pPr marL="0" indent="0" algn="l">
              <a:lnSpc>
                <a:spcPct val="118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16" name="Text Placeholder 15"/>
          <p:cNvSpPr>
            <a:spLocks noGrp="1"/>
          </p:cNvSpPr>
          <p:nvPr>
            <p:ph type="body" idx="319949313" hasCustomPrompt="1"/>
            <p:custDataLst>
              <p:tags r:id="rId10"/>
            </p:custDataLst>
          </p:nvPr>
        </p:nvSpPr>
        <p:spPr>
          <a:xfrm>
            <a:off x="7994650" y="2286000"/>
            <a:ext cx="596900" cy="508000"/>
          </a:xfrm>
          <a:noFill/>
        </p:spPr>
        <p:txBody>
          <a:bodyPr wrap="none" lIns="0" tIns="0" rIns="0" bIns="0" anchor="ctr">
            <a:noAutofit/>
          </a:bodyPr>
          <a:lstStyle>
            <a:lvl1pPr marL="0" indent="0" algn="ctr">
              <a:lnSpc>
                <a:spcPct val="109000"/>
              </a:lnSpc>
              <a:spcBef>
                <a:spcPct val="0"/>
              </a:spcBef>
              <a:spcAft>
                <a:spcPct val="0"/>
              </a:spcAft>
              <a:buNone/>
              <a:defRPr sz="4000" b="0" spc="0">
                <a:solidFill>
                  <a:schemeClr val="accent1"/>
                </a:solidFill>
              </a:defRPr>
            </a:lvl1pPr>
          </a:lstStyle>
          <a:p>
            <a:pPr lvl="0"/>
            <a:r>
              <a:rPr lang="zh-CN" altLang="en-US" smtClean="0"/>
              <a:t>02</a:t>
            </a:r>
            <a:endParaRPr lang="zh-CN" altLang="en-US" smtClean="0"/>
          </a:p>
        </p:txBody>
      </p:sp>
      <p:sp>
        <p:nvSpPr>
          <p:cNvPr id="17" name="装饰  6"/>
          <p:cNvSpPr>
            <a:spLocks noGrp="1"/>
          </p:cNvSpPr>
          <p:nvPr>
            <p:ph type="body" idx="319949058" hasCustomPrompt="1"/>
            <p:custDataLst>
              <p:tags r:id="rId11"/>
            </p:custDataLst>
          </p:nvPr>
        </p:nvSpPr>
        <p:spPr>
          <a:xfrm>
            <a:off x="8775700" y="2209800"/>
            <a:ext cx="25400" cy="762000"/>
          </a:xfrm>
          <a:custGeom>
            <a:avLst/>
            <a:gdLst>
              <a:gd name="connisteX0" fmla="*/ 0 w 25400"/>
              <a:gd name="connsiteY0" fmla="*/ 12700 h 762000"/>
              <a:gd name="connisteX1" fmla="*/ 12700 w 25400"/>
              <a:gd name="connsiteY1" fmla="*/ 0 h 762000"/>
              <a:gd name="connisteX2" fmla="*/ 12700 w 25400"/>
              <a:gd name="connsiteY2" fmla="*/ 0 h 762000"/>
              <a:gd name="connisteX3" fmla="*/ 25400 w 25400"/>
              <a:gd name="connsiteY3" fmla="*/ 12700 h 762000"/>
              <a:gd name="connisteX4" fmla="*/ 25400 w 25400"/>
              <a:gd name="connsiteY4" fmla="*/ 749300 h 762000"/>
              <a:gd name="connisteX5" fmla="*/ 12700 w 25400"/>
              <a:gd name="connsiteY5" fmla="*/ 762000 h 762000"/>
              <a:gd name="connisteX6" fmla="*/ 12700 w 25400"/>
              <a:gd name="connsiteY6" fmla="*/ 762000 h 762000"/>
              <a:gd name="connisteX7" fmla="*/ 0 w 25400"/>
              <a:gd name="connsiteY7" fmla="*/ 749300 h 762000"/>
              <a:gd name="connisteX8" fmla="*/ 0 w 25400"/>
              <a:gd name="connsiteY8" fmla="*/ 12700 h 762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25400" h="762000">
                <a:moveTo>
                  <a:pt x="0" y="12700"/>
                </a:moveTo>
                <a:cubicBezTo>
                  <a:pt x="0" y="5686"/>
                  <a:pt x="5686" y="0"/>
                  <a:pt x="12700" y="0"/>
                </a:cubicBezTo>
                <a:lnTo>
                  <a:pt x="12700" y="0"/>
                </a:lnTo>
                <a:cubicBezTo>
                  <a:pt x="19714" y="0"/>
                  <a:pt x="25400" y="5686"/>
                  <a:pt x="25400" y="12700"/>
                </a:cubicBezTo>
                <a:lnTo>
                  <a:pt x="25400" y="749300"/>
                </a:lnTo>
                <a:cubicBezTo>
                  <a:pt x="25400" y="756314"/>
                  <a:pt x="19714" y="762000"/>
                  <a:pt x="12700" y="762000"/>
                </a:cubicBezTo>
                <a:lnTo>
                  <a:pt x="12700" y="762000"/>
                </a:lnTo>
                <a:cubicBezTo>
                  <a:pt x="5686" y="762000"/>
                  <a:pt x="0" y="756314"/>
                  <a:pt x="0" y="749300"/>
                </a:cubicBezTo>
                <a:lnTo>
                  <a:pt x="0" y="12700"/>
                </a:lnTo>
                <a:close/>
              </a:path>
            </a:pathLst>
          </a:custGeom>
          <a:solidFill>
            <a:schemeClr val="accent1">
              <a:alpha val="50000"/>
            </a:schemeClr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8" name="Text Placeholder 17"/>
          <p:cNvSpPr>
            <a:spLocks noGrp="1"/>
          </p:cNvSpPr>
          <p:nvPr>
            <p:ph type="body" idx="51511553" hasCustomPrompt="1"/>
            <p:custDataLst>
              <p:tags r:id="rId12"/>
            </p:custDataLst>
          </p:nvPr>
        </p:nvSpPr>
        <p:spPr>
          <a:xfrm>
            <a:off x="9004300" y="2133600"/>
            <a:ext cx="2324100" cy="914400"/>
          </a:xfrm>
          <a:noFill/>
        </p:spPr>
        <p:txBody>
          <a:bodyPr lIns="0" tIns="0" rIns="0" bIns="0" anchor="ctr">
            <a:normAutofit/>
          </a:bodyPr>
          <a:lstStyle>
            <a:lvl1pPr marL="0" indent="0" algn="l">
              <a:lnSpc>
                <a:spcPct val="118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19" name="Text Placeholder 18"/>
          <p:cNvSpPr>
            <a:spLocks noGrp="1"/>
          </p:cNvSpPr>
          <p:nvPr>
            <p:ph type="body" idx="320014849" hasCustomPrompt="1"/>
            <p:custDataLst>
              <p:tags r:id="rId13"/>
            </p:custDataLst>
          </p:nvPr>
        </p:nvSpPr>
        <p:spPr>
          <a:xfrm>
            <a:off x="4070350" y="3962400"/>
            <a:ext cx="596900" cy="508000"/>
          </a:xfrm>
          <a:noFill/>
        </p:spPr>
        <p:txBody>
          <a:bodyPr wrap="none" lIns="0" tIns="0" rIns="0" bIns="0" anchor="ctr">
            <a:noAutofit/>
          </a:bodyPr>
          <a:lstStyle>
            <a:lvl1pPr marL="0" indent="0" algn="ctr">
              <a:lnSpc>
                <a:spcPct val="109000"/>
              </a:lnSpc>
              <a:spcBef>
                <a:spcPct val="0"/>
              </a:spcBef>
              <a:spcAft>
                <a:spcPct val="0"/>
              </a:spcAft>
              <a:buNone/>
              <a:defRPr sz="4000" b="0" spc="0">
                <a:solidFill>
                  <a:schemeClr val="accent1"/>
                </a:solidFill>
              </a:defRPr>
            </a:lvl1pPr>
          </a:lstStyle>
          <a:p>
            <a:pPr lvl="0"/>
            <a:r>
              <a:rPr lang="zh-CN" altLang="en-US" smtClean="0"/>
              <a:t>03</a:t>
            </a:r>
            <a:endParaRPr lang="zh-CN" altLang="en-US" smtClean="0"/>
          </a:p>
        </p:txBody>
      </p:sp>
      <p:sp>
        <p:nvSpPr>
          <p:cNvPr id="20" name="装饰  9"/>
          <p:cNvSpPr>
            <a:spLocks noGrp="1"/>
          </p:cNvSpPr>
          <p:nvPr>
            <p:ph type="body" idx="320014594" hasCustomPrompt="1"/>
            <p:custDataLst>
              <p:tags r:id="rId14"/>
            </p:custDataLst>
          </p:nvPr>
        </p:nvSpPr>
        <p:spPr>
          <a:xfrm>
            <a:off x="4851400" y="3886200"/>
            <a:ext cx="25400" cy="762000"/>
          </a:xfrm>
          <a:custGeom>
            <a:avLst/>
            <a:gdLst>
              <a:gd name="connisteX0" fmla="*/ 0 w 25400"/>
              <a:gd name="connsiteY0" fmla="*/ 12700 h 762000"/>
              <a:gd name="connisteX1" fmla="*/ 12700 w 25400"/>
              <a:gd name="connsiteY1" fmla="*/ 0 h 762000"/>
              <a:gd name="connisteX2" fmla="*/ 12700 w 25400"/>
              <a:gd name="connsiteY2" fmla="*/ 0 h 762000"/>
              <a:gd name="connisteX3" fmla="*/ 25400 w 25400"/>
              <a:gd name="connsiteY3" fmla="*/ 12700 h 762000"/>
              <a:gd name="connisteX4" fmla="*/ 25400 w 25400"/>
              <a:gd name="connsiteY4" fmla="*/ 749300 h 762000"/>
              <a:gd name="connisteX5" fmla="*/ 12700 w 25400"/>
              <a:gd name="connsiteY5" fmla="*/ 762000 h 762000"/>
              <a:gd name="connisteX6" fmla="*/ 12700 w 25400"/>
              <a:gd name="connsiteY6" fmla="*/ 762000 h 762000"/>
              <a:gd name="connisteX7" fmla="*/ 0 w 25400"/>
              <a:gd name="connsiteY7" fmla="*/ 749300 h 762000"/>
              <a:gd name="connisteX8" fmla="*/ 0 w 25400"/>
              <a:gd name="connsiteY8" fmla="*/ 12700 h 762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25400" h="762000">
                <a:moveTo>
                  <a:pt x="0" y="12700"/>
                </a:moveTo>
                <a:cubicBezTo>
                  <a:pt x="0" y="5686"/>
                  <a:pt x="5686" y="0"/>
                  <a:pt x="12700" y="0"/>
                </a:cubicBezTo>
                <a:lnTo>
                  <a:pt x="12700" y="0"/>
                </a:lnTo>
                <a:cubicBezTo>
                  <a:pt x="19714" y="0"/>
                  <a:pt x="25400" y="5686"/>
                  <a:pt x="25400" y="12700"/>
                </a:cubicBezTo>
                <a:lnTo>
                  <a:pt x="25400" y="749300"/>
                </a:lnTo>
                <a:cubicBezTo>
                  <a:pt x="25400" y="756314"/>
                  <a:pt x="19714" y="762000"/>
                  <a:pt x="12700" y="762000"/>
                </a:cubicBezTo>
                <a:lnTo>
                  <a:pt x="12700" y="762000"/>
                </a:lnTo>
                <a:cubicBezTo>
                  <a:pt x="5686" y="762000"/>
                  <a:pt x="0" y="756314"/>
                  <a:pt x="0" y="749300"/>
                </a:cubicBezTo>
                <a:lnTo>
                  <a:pt x="0" y="12700"/>
                </a:lnTo>
                <a:close/>
              </a:path>
            </a:pathLst>
          </a:custGeom>
          <a:solidFill>
            <a:schemeClr val="accent1">
              <a:alpha val="50000"/>
            </a:schemeClr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21" name="Text Placeholder 20"/>
          <p:cNvSpPr>
            <a:spLocks noGrp="1"/>
          </p:cNvSpPr>
          <p:nvPr>
            <p:ph type="body" idx="51577089" hasCustomPrompt="1"/>
            <p:custDataLst>
              <p:tags r:id="rId15"/>
            </p:custDataLst>
          </p:nvPr>
        </p:nvSpPr>
        <p:spPr>
          <a:xfrm>
            <a:off x="5080000" y="3810000"/>
            <a:ext cx="2324100" cy="914400"/>
          </a:xfrm>
          <a:noFill/>
        </p:spPr>
        <p:txBody>
          <a:bodyPr lIns="0" tIns="0" rIns="0" bIns="0" anchor="ctr">
            <a:normAutofit/>
          </a:bodyPr>
          <a:lstStyle>
            <a:lvl1pPr marL="0" indent="0" algn="l">
              <a:lnSpc>
                <a:spcPct val="118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22" name="Text Placeholder 21"/>
          <p:cNvSpPr>
            <a:spLocks noGrp="1"/>
          </p:cNvSpPr>
          <p:nvPr>
            <p:ph type="body" idx="320080385" hasCustomPrompt="1"/>
            <p:custDataLst>
              <p:tags r:id="rId16"/>
            </p:custDataLst>
          </p:nvPr>
        </p:nvSpPr>
        <p:spPr>
          <a:xfrm>
            <a:off x="7994650" y="3962400"/>
            <a:ext cx="596900" cy="508000"/>
          </a:xfrm>
          <a:noFill/>
        </p:spPr>
        <p:txBody>
          <a:bodyPr wrap="none" lIns="0" tIns="0" rIns="0" bIns="0" anchor="ctr">
            <a:noAutofit/>
          </a:bodyPr>
          <a:lstStyle>
            <a:lvl1pPr marL="0" indent="0" algn="ctr">
              <a:lnSpc>
                <a:spcPct val="109000"/>
              </a:lnSpc>
              <a:spcBef>
                <a:spcPct val="0"/>
              </a:spcBef>
              <a:spcAft>
                <a:spcPct val="0"/>
              </a:spcAft>
              <a:buNone/>
              <a:defRPr sz="4000" b="0" spc="0">
                <a:solidFill>
                  <a:schemeClr val="accent1"/>
                </a:solidFill>
              </a:defRPr>
            </a:lvl1pPr>
          </a:lstStyle>
          <a:p>
            <a:pPr lvl="0"/>
            <a:r>
              <a:rPr lang="zh-CN" altLang="en-US" smtClean="0"/>
              <a:t>04</a:t>
            </a:r>
            <a:endParaRPr lang="zh-CN" altLang="en-US" smtClean="0"/>
          </a:p>
        </p:txBody>
      </p:sp>
      <p:sp>
        <p:nvSpPr>
          <p:cNvPr id="23" name="装饰  2"/>
          <p:cNvSpPr>
            <a:spLocks noGrp="1"/>
          </p:cNvSpPr>
          <p:nvPr>
            <p:ph type="body" idx="320080130" hasCustomPrompt="1"/>
            <p:custDataLst>
              <p:tags r:id="rId17"/>
            </p:custDataLst>
          </p:nvPr>
        </p:nvSpPr>
        <p:spPr>
          <a:xfrm>
            <a:off x="8775700" y="3886200"/>
            <a:ext cx="25400" cy="762000"/>
          </a:xfrm>
          <a:custGeom>
            <a:avLst/>
            <a:gdLst>
              <a:gd name="connisteX0" fmla="*/ 0 w 25400"/>
              <a:gd name="connsiteY0" fmla="*/ 12700 h 762000"/>
              <a:gd name="connisteX1" fmla="*/ 12700 w 25400"/>
              <a:gd name="connsiteY1" fmla="*/ 0 h 762000"/>
              <a:gd name="connisteX2" fmla="*/ 12700 w 25400"/>
              <a:gd name="connsiteY2" fmla="*/ 0 h 762000"/>
              <a:gd name="connisteX3" fmla="*/ 25400 w 25400"/>
              <a:gd name="connsiteY3" fmla="*/ 12700 h 762000"/>
              <a:gd name="connisteX4" fmla="*/ 25400 w 25400"/>
              <a:gd name="connsiteY4" fmla="*/ 749300 h 762000"/>
              <a:gd name="connisteX5" fmla="*/ 12700 w 25400"/>
              <a:gd name="connsiteY5" fmla="*/ 762000 h 762000"/>
              <a:gd name="connisteX6" fmla="*/ 12700 w 25400"/>
              <a:gd name="connsiteY6" fmla="*/ 762000 h 762000"/>
              <a:gd name="connisteX7" fmla="*/ 0 w 25400"/>
              <a:gd name="connsiteY7" fmla="*/ 749300 h 762000"/>
              <a:gd name="connisteX8" fmla="*/ 0 w 25400"/>
              <a:gd name="connsiteY8" fmla="*/ 12700 h 762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25400" h="762000">
                <a:moveTo>
                  <a:pt x="0" y="12700"/>
                </a:moveTo>
                <a:cubicBezTo>
                  <a:pt x="0" y="5686"/>
                  <a:pt x="5686" y="0"/>
                  <a:pt x="12700" y="0"/>
                </a:cubicBezTo>
                <a:lnTo>
                  <a:pt x="12700" y="0"/>
                </a:lnTo>
                <a:cubicBezTo>
                  <a:pt x="19714" y="0"/>
                  <a:pt x="25400" y="5686"/>
                  <a:pt x="25400" y="12700"/>
                </a:cubicBezTo>
                <a:lnTo>
                  <a:pt x="25400" y="749300"/>
                </a:lnTo>
                <a:cubicBezTo>
                  <a:pt x="25400" y="756314"/>
                  <a:pt x="19714" y="762000"/>
                  <a:pt x="12700" y="762000"/>
                </a:cubicBezTo>
                <a:lnTo>
                  <a:pt x="12700" y="762000"/>
                </a:lnTo>
                <a:cubicBezTo>
                  <a:pt x="5686" y="762000"/>
                  <a:pt x="0" y="756314"/>
                  <a:pt x="0" y="749300"/>
                </a:cubicBezTo>
                <a:lnTo>
                  <a:pt x="0" y="12700"/>
                </a:lnTo>
                <a:close/>
              </a:path>
            </a:pathLst>
          </a:custGeom>
          <a:solidFill>
            <a:schemeClr val="accent1">
              <a:alpha val="50000"/>
            </a:schemeClr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24" name="Text Placeholder 23"/>
          <p:cNvSpPr>
            <a:spLocks noGrp="1"/>
          </p:cNvSpPr>
          <p:nvPr>
            <p:ph type="body" idx="51642625" hasCustomPrompt="1"/>
            <p:custDataLst>
              <p:tags r:id="rId18"/>
            </p:custDataLst>
          </p:nvPr>
        </p:nvSpPr>
        <p:spPr>
          <a:xfrm>
            <a:off x="9004300" y="3810000"/>
            <a:ext cx="2324100" cy="914400"/>
          </a:xfrm>
          <a:noFill/>
        </p:spPr>
        <p:txBody>
          <a:bodyPr lIns="0" tIns="0" rIns="0" bIns="0" anchor="ctr">
            <a:normAutofit/>
          </a:bodyPr>
          <a:lstStyle>
            <a:lvl1pPr marL="0" indent="0" algn="l">
              <a:lnSpc>
                <a:spcPct val="118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0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9" Type="http://schemas.openxmlformats.org/officeDocument/2006/relationships/tags" Target="../tags/tag122.xml"/><Relationship Id="rId18" Type="http://schemas.openxmlformats.org/officeDocument/2006/relationships/tags" Target="../tags/tag121.xml"/><Relationship Id="rId17" Type="http://schemas.openxmlformats.org/officeDocument/2006/relationships/tags" Target="../tags/tag120.xml"/><Relationship Id="rId16" Type="http://schemas.openxmlformats.org/officeDocument/2006/relationships/tags" Target="../tags/tag119.xml"/><Relationship Id="rId15" Type="http://schemas.openxmlformats.org/officeDocument/2006/relationships/tags" Target="../tags/tag118.xml"/><Relationship Id="rId14" Type="http://schemas.openxmlformats.org/officeDocument/2006/relationships/tags" Target="../tags/tag117.xml"/><Relationship Id="rId13" Type="http://schemas.openxmlformats.org/officeDocument/2006/relationships/tags" Target="../tags/tag116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日期占位符 9"/>
          <p:cNvSpPr>
            <a:spLocks noGrp="1"/>
          </p:cNvSpPr>
          <p:nvPr>
            <p:ph type="dt" sz="half" idx="10"/>
            <p:custDataLst>
              <p:tags r:id="rId13"/>
            </p:custDataLst>
          </p:nvPr>
        </p:nvSpPr>
        <p:spPr>
          <a:xfrm>
            <a:off x="695960" y="6356350"/>
            <a:ext cx="2743200" cy="365125"/>
          </a:xfrm>
        </p:spPr>
        <p:txBody>
          <a:bodyPr/>
          <a:lstStyle>
            <a:lvl1pPr>
              <a:defRPr>
                <a:cs typeface="MiSans Normal" panose="00000500000000000000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2" name="页脚占位符 11"/>
          <p:cNvSpPr>
            <a:spLocks noGrp="1"/>
          </p:cNvSpPr>
          <p:nvPr>
            <p:ph type="ftr" sz="quarter" idx="11"/>
            <p:custDataLst>
              <p:tags r:id="rId14"/>
            </p:custDataLst>
          </p:nvPr>
        </p:nvSpPr>
        <p:spPr>
          <a:xfrm>
            <a:off x="4038600" y="6356350"/>
            <a:ext cx="4114800" cy="365125"/>
          </a:xfrm>
        </p:spPr>
        <p:txBody>
          <a:bodyPr/>
          <a:lstStyle>
            <a:lvl1pPr>
              <a:defRPr>
                <a:cs typeface="MiSans Normal" panose="00000500000000000000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13" name="灯片编号占位符 12"/>
          <p:cNvSpPr>
            <a:spLocks noGrp="1"/>
          </p:cNvSpPr>
          <p:nvPr>
            <p:ph type="sldNum" sz="quarter" idx="12"/>
            <p:custDataLst>
              <p:tags r:id="rId15"/>
            </p:custDataLst>
          </p:nvPr>
        </p:nvSpPr>
        <p:spPr>
          <a:xfrm>
            <a:off x="8753983" y="6356350"/>
            <a:ext cx="2743200" cy="365125"/>
          </a:xfrm>
        </p:spPr>
        <p:txBody>
          <a:bodyPr/>
          <a:lstStyle>
            <a:lvl1pPr>
              <a:defRPr>
                <a:cs typeface="MiSans Normal" panose="00000500000000000000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2" name="标题占位符 1"/>
          <p:cNvSpPr>
            <a:spLocks noGrp="1"/>
          </p:cNvSpPr>
          <p:nvPr>
            <p:ph type="title"/>
            <p:custDataLst>
              <p:tags r:id="rId16"/>
            </p:custDataLst>
          </p:nvPr>
        </p:nvSpPr>
        <p:spPr>
          <a:xfrm>
            <a:off x="695960" y="360000"/>
            <a:ext cx="10800000" cy="720000"/>
          </a:xfrm>
          <a:prstGeom prst="rect">
            <a:avLst/>
          </a:prstGeom>
        </p:spPr>
        <p:txBody>
          <a:bodyPr vert="horz" wrap="square" lIns="0" tIns="0" rIns="0" bIns="0" rtlCol="0" anchor="b">
            <a:normAutofit/>
          </a:bodyPr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7"/>
            </p:custDataLst>
          </p:nvPr>
        </p:nvSpPr>
        <p:spPr>
          <a:xfrm>
            <a:off x="695960" y="1301749"/>
            <a:ext cx="10800000" cy="4873625"/>
          </a:xfrm>
          <a:prstGeom prst="rect">
            <a:avLst/>
          </a:prstGeom>
        </p:spPr>
        <p:txBody>
          <a:bodyPr vert="horz" wrap="square" lIns="0" tIns="0" rIns="0" bIns="0" rtlCol="0">
            <a:normAutofit/>
          </a:bodyPr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四级</a:t>
            </a:r>
            <a:endParaRPr lang="zh-CN" altLang="en-US" dirty="0"/>
          </a:p>
          <a:p>
            <a:pPr lvl="4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五级</a:t>
            </a:r>
            <a:endParaRPr lang="zh-CN" altLang="en-US" dirty="0"/>
          </a:p>
        </p:txBody>
      </p:sp>
      <p:sp>
        <p:nvSpPr>
          <p:cNvPr id="4" name="KSO_TEMPLATE" hidden="1"/>
          <p:cNvSpPr/>
          <p:nvPr userDrawn="1">
            <p:custDataLst>
              <p:tags r:id="rId18"/>
            </p:custDataLst>
          </p:nvPr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  <p:custDataLst>
      <p:tags r:id="rId19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kumimoji="0" lang="zh-CN" altLang="en-US" sz="3200" b="0" i="0" u="none" strike="noStrike" kern="1200" cap="none" spc="300" normalizeH="0" baseline="0" dirty="0" smtClean="0">
          <a:ln>
            <a:noFill/>
            <a:prstDash val="sysDot"/>
          </a:ln>
          <a:solidFill>
            <a:schemeClr val="tx1">
              <a:lumMod val="85000"/>
              <a:lumOff val="15000"/>
            </a:schemeClr>
          </a:solidFill>
          <a:uFillTx/>
          <a:latin typeface="+mj-ea"/>
          <a:ea typeface="+mj-ea"/>
          <a:cs typeface="MiSans Normal" panose="00000500000000000000" charset="-122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kumimoji="0" lang="zh-CN" altLang="en-US" sz="1800" b="0" i="0" u="none" strike="noStrike" kern="1200" cap="none" spc="150" normalizeH="0" baseline="0" dirty="0" smtClean="0">
          <a:ln>
            <a:noFill/>
            <a:prstDash val="sysDot"/>
          </a:ln>
          <a:solidFill>
            <a:schemeClr val="tx1">
              <a:lumMod val="85000"/>
              <a:lumOff val="15000"/>
            </a:schemeClr>
          </a:solidFill>
          <a:uFillTx/>
          <a:latin typeface="+mn-ea"/>
          <a:ea typeface="+mn-ea"/>
          <a:cs typeface="MiSans Normal" panose="00000500000000000000" charset="-122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kumimoji="0" lang="zh-CN" altLang="en-US" sz="1600" b="0" i="0" u="none" strike="noStrike" kern="1200" cap="none" spc="150" normalizeH="0" baseline="0" dirty="0" smtClean="0">
          <a:solidFill>
            <a:schemeClr val="tx1">
              <a:lumMod val="65000"/>
              <a:lumOff val="35000"/>
            </a:schemeClr>
          </a:solidFill>
          <a:uFillTx/>
          <a:latin typeface="+mn-ea"/>
          <a:ea typeface="+mn-ea"/>
          <a:cs typeface="MiSans Normal" panose="00000500000000000000" charset="-122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kumimoji="0" lang="zh-CN" altLang="en-US" sz="1600" b="0" i="0" u="none" strike="noStrike" kern="1200" cap="none" spc="150" normalizeH="0" baseline="0" dirty="0" smtClean="0">
          <a:solidFill>
            <a:schemeClr val="tx1">
              <a:lumMod val="65000"/>
              <a:lumOff val="35000"/>
            </a:schemeClr>
          </a:solidFill>
          <a:uFillTx/>
          <a:latin typeface="+mn-ea"/>
          <a:ea typeface="+mn-ea"/>
          <a:cs typeface="MiSans Normal" panose="00000500000000000000" charset="-122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kumimoji="0" lang="zh-CN" altLang="en-US" sz="1400" b="0" i="0" u="none" strike="noStrike" kern="1200" cap="none" spc="150" normalizeH="0" baseline="0" dirty="0" smtClean="0">
          <a:solidFill>
            <a:schemeClr val="tx1">
              <a:lumMod val="65000"/>
              <a:lumOff val="35000"/>
            </a:schemeClr>
          </a:solidFill>
          <a:uFillTx/>
          <a:latin typeface="+mn-ea"/>
          <a:ea typeface="+mn-ea"/>
          <a:cs typeface="MiSans Normal" panose="00000500000000000000" charset="-122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kumimoji="0" lang="zh-CN" altLang="en-US" sz="1400" b="0" i="0" u="none" strike="noStrike" kern="1200" cap="none" spc="150" normalizeH="0" baseline="0" dirty="0" smtClean="0">
          <a:solidFill>
            <a:schemeClr val="tx1">
              <a:lumMod val="65000"/>
              <a:lumOff val="35000"/>
            </a:schemeClr>
          </a:solidFill>
          <a:uFillTx/>
          <a:latin typeface="+mn-ea"/>
          <a:ea typeface="+mn-ea"/>
          <a:cs typeface="MiSans Normal" panose="00000500000000000000" charset="-122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9.xml"/><Relationship Id="rId4" Type="http://schemas.openxmlformats.org/officeDocument/2006/relationships/tags" Target="../tags/tag126.xml"/><Relationship Id="rId3" Type="http://schemas.openxmlformats.org/officeDocument/2006/relationships/tags" Target="../tags/tag125.xml"/><Relationship Id="rId2" Type="http://schemas.openxmlformats.org/officeDocument/2006/relationships/tags" Target="../tags/tag124.xml"/><Relationship Id="rId1" Type="http://schemas.openxmlformats.org/officeDocument/2006/relationships/tags" Target="../tags/tag123.xml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tags" Target="../tags/tag133.xml"/><Relationship Id="rId8" Type="http://schemas.openxmlformats.org/officeDocument/2006/relationships/tags" Target="../tags/tag132.xml"/><Relationship Id="rId7" Type="http://schemas.openxmlformats.org/officeDocument/2006/relationships/image" Target="../media/image7.svg"/><Relationship Id="rId6" Type="http://schemas.openxmlformats.org/officeDocument/2006/relationships/image" Target="../media/image6.png"/><Relationship Id="rId5" Type="http://schemas.openxmlformats.org/officeDocument/2006/relationships/tags" Target="../tags/tag131.xml"/><Relationship Id="rId4" Type="http://schemas.openxmlformats.org/officeDocument/2006/relationships/tags" Target="../tags/tag130.xml"/><Relationship Id="rId3" Type="http://schemas.openxmlformats.org/officeDocument/2006/relationships/tags" Target="../tags/tag129.xml"/><Relationship Id="rId28" Type="http://schemas.openxmlformats.org/officeDocument/2006/relationships/slideLayout" Target="../slideLayouts/slideLayout6.xml"/><Relationship Id="rId27" Type="http://schemas.openxmlformats.org/officeDocument/2006/relationships/tags" Target="../tags/tag145.xml"/><Relationship Id="rId26" Type="http://schemas.openxmlformats.org/officeDocument/2006/relationships/tags" Target="../tags/tag144.xml"/><Relationship Id="rId25" Type="http://schemas.openxmlformats.org/officeDocument/2006/relationships/image" Target="../media/image13.svg"/><Relationship Id="rId24" Type="http://schemas.openxmlformats.org/officeDocument/2006/relationships/image" Target="../media/image12.png"/><Relationship Id="rId23" Type="http://schemas.openxmlformats.org/officeDocument/2006/relationships/tags" Target="../tags/tag143.xml"/><Relationship Id="rId22" Type="http://schemas.openxmlformats.org/officeDocument/2006/relationships/tags" Target="../tags/tag142.xml"/><Relationship Id="rId21" Type="http://schemas.openxmlformats.org/officeDocument/2006/relationships/tags" Target="../tags/tag141.xml"/><Relationship Id="rId20" Type="http://schemas.openxmlformats.org/officeDocument/2006/relationships/tags" Target="../tags/tag140.xml"/><Relationship Id="rId2" Type="http://schemas.openxmlformats.org/officeDocument/2006/relationships/tags" Target="../tags/tag128.xml"/><Relationship Id="rId19" Type="http://schemas.openxmlformats.org/officeDocument/2006/relationships/image" Target="../media/image11.svg"/><Relationship Id="rId18" Type="http://schemas.openxmlformats.org/officeDocument/2006/relationships/image" Target="../media/image10.png"/><Relationship Id="rId17" Type="http://schemas.openxmlformats.org/officeDocument/2006/relationships/tags" Target="../tags/tag139.xml"/><Relationship Id="rId16" Type="http://schemas.openxmlformats.org/officeDocument/2006/relationships/tags" Target="../tags/tag138.xml"/><Relationship Id="rId15" Type="http://schemas.openxmlformats.org/officeDocument/2006/relationships/tags" Target="../tags/tag137.xml"/><Relationship Id="rId14" Type="http://schemas.openxmlformats.org/officeDocument/2006/relationships/tags" Target="../tags/tag136.xml"/><Relationship Id="rId13" Type="http://schemas.openxmlformats.org/officeDocument/2006/relationships/image" Target="../media/image9.svg"/><Relationship Id="rId12" Type="http://schemas.openxmlformats.org/officeDocument/2006/relationships/image" Target="../media/image8.png"/><Relationship Id="rId11" Type="http://schemas.openxmlformats.org/officeDocument/2006/relationships/tags" Target="../tags/tag135.xml"/><Relationship Id="rId10" Type="http://schemas.openxmlformats.org/officeDocument/2006/relationships/tags" Target="../tags/tag134.xml"/><Relationship Id="rId1" Type="http://schemas.openxmlformats.org/officeDocument/2006/relationships/tags" Target="../tags/tag127.xml"/></Relationships>
</file>

<file path=ppt/slides/_rels/slide3.xml.rels><?xml version="1.0" encoding="UTF-8" standalone="yes"?>
<Relationships xmlns="http://schemas.openxmlformats.org/package/2006/relationships"><Relationship Id="rId9" Type="http://schemas.openxmlformats.org/officeDocument/2006/relationships/tags" Target="../tags/tag152.xml"/><Relationship Id="rId8" Type="http://schemas.openxmlformats.org/officeDocument/2006/relationships/tags" Target="../tags/tag151.xml"/><Relationship Id="rId7" Type="http://schemas.openxmlformats.org/officeDocument/2006/relationships/tags" Target="../tags/tag150.xml"/><Relationship Id="rId6" Type="http://schemas.openxmlformats.org/officeDocument/2006/relationships/image" Target="../media/image15.svg"/><Relationship Id="rId5" Type="http://schemas.openxmlformats.org/officeDocument/2006/relationships/image" Target="../media/image14.png"/><Relationship Id="rId4" Type="http://schemas.openxmlformats.org/officeDocument/2006/relationships/tags" Target="../tags/tag149.xml"/><Relationship Id="rId38" Type="http://schemas.openxmlformats.org/officeDocument/2006/relationships/slideLayout" Target="../slideLayouts/slideLayout6.xml"/><Relationship Id="rId37" Type="http://schemas.openxmlformats.org/officeDocument/2006/relationships/tags" Target="../tags/tag176.xml"/><Relationship Id="rId36" Type="http://schemas.openxmlformats.org/officeDocument/2006/relationships/tags" Target="../tags/tag175.xml"/><Relationship Id="rId35" Type="http://schemas.openxmlformats.org/officeDocument/2006/relationships/tags" Target="../tags/tag174.xml"/><Relationship Id="rId34" Type="http://schemas.openxmlformats.org/officeDocument/2006/relationships/tags" Target="../tags/tag173.xml"/><Relationship Id="rId33" Type="http://schemas.openxmlformats.org/officeDocument/2006/relationships/tags" Target="../tags/tag172.xml"/><Relationship Id="rId32" Type="http://schemas.openxmlformats.org/officeDocument/2006/relationships/tags" Target="../tags/tag171.xml"/><Relationship Id="rId31" Type="http://schemas.openxmlformats.org/officeDocument/2006/relationships/tags" Target="../tags/tag170.xml"/><Relationship Id="rId30" Type="http://schemas.openxmlformats.org/officeDocument/2006/relationships/tags" Target="../tags/tag169.xml"/><Relationship Id="rId3" Type="http://schemas.openxmlformats.org/officeDocument/2006/relationships/tags" Target="../tags/tag148.xml"/><Relationship Id="rId29" Type="http://schemas.openxmlformats.org/officeDocument/2006/relationships/tags" Target="../tags/tag168.xml"/><Relationship Id="rId28" Type="http://schemas.openxmlformats.org/officeDocument/2006/relationships/tags" Target="../tags/tag167.xml"/><Relationship Id="rId27" Type="http://schemas.openxmlformats.org/officeDocument/2006/relationships/tags" Target="../tags/tag166.xml"/><Relationship Id="rId26" Type="http://schemas.openxmlformats.org/officeDocument/2006/relationships/tags" Target="../tags/tag165.xml"/><Relationship Id="rId25" Type="http://schemas.openxmlformats.org/officeDocument/2006/relationships/tags" Target="../tags/tag164.xml"/><Relationship Id="rId24" Type="http://schemas.openxmlformats.org/officeDocument/2006/relationships/tags" Target="../tags/tag163.xml"/><Relationship Id="rId23" Type="http://schemas.openxmlformats.org/officeDocument/2006/relationships/tags" Target="../tags/tag162.xml"/><Relationship Id="rId22" Type="http://schemas.openxmlformats.org/officeDocument/2006/relationships/tags" Target="../tags/tag161.xml"/><Relationship Id="rId21" Type="http://schemas.openxmlformats.org/officeDocument/2006/relationships/tags" Target="../tags/tag160.xml"/><Relationship Id="rId20" Type="http://schemas.openxmlformats.org/officeDocument/2006/relationships/image" Target="../media/image19.svg"/><Relationship Id="rId2" Type="http://schemas.openxmlformats.org/officeDocument/2006/relationships/tags" Target="../tags/tag147.xml"/><Relationship Id="rId19" Type="http://schemas.openxmlformats.org/officeDocument/2006/relationships/image" Target="../media/image18.png"/><Relationship Id="rId18" Type="http://schemas.openxmlformats.org/officeDocument/2006/relationships/tags" Target="../tags/tag159.xml"/><Relationship Id="rId17" Type="http://schemas.openxmlformats.org/officeDocument/2006/relationships/tags" Target="../tags/tag158.xml"/><Relationship Id="rId16" Type="http://schemas.openxmlformats.org/officeDocument/2006/relationships/tags" Target="../tags/tag157.xml"/><Relationship Id="rId15" Type="http://schemas.openxmlformats.org/officeDocument/2006/relationships/tags" Target="../tags/tag156.xml"/><Relationship Id="rId14" Type="http://schemas.openxmlformats.org/officeDocument/2006/relationships/tags" Target="../tags/tag155.xml"/><Relationship Id="rId13" Type="http://schemas.openxmlformats.org/officeDocument/2006/relationships/image" Target="../media/image17.svg"/><Relationship Id="rId12" Type="http://schemas.openxmlformats.org/officeDocument/2006/relationships/image" Target="../media/image16.png"/><Relationship Id="rId11" Type="http://schemas.openxmlformats.org/officeDocument/2006/relationships/tags" Target="../tags/tag154.xml"/><Relationship Id="rId10" Type="http://schemas.openxmlformats.org/officeDocument/2006/relationships/tags" Target="../tags/tag153.xml"/><Relationship Id="rId1" Type="http://schemas.openxmlformats.org/officeDocument/2006/relationships/tags" Target="../tags/tag146.xml"/></Relationships>
</file>

<file path=ppt/slides/_rels/slide4.xml.rels><?xml version="1.0" encoding="UTF-8" standalone="yes"?>
<Relationships xmlns="http://schemas.openxmlformats.org/package/2006/relationships"><Relationship Id="rId9" Type="http://schemas.openxmlformats.org/officeDocument/2006/relationships/tags" Target="../tags/tag183.xml"/><Relationship Id="rId8" Type="http://schemas.openxmlformats.org/officeDocument/2006/relationships/tags" Target="../tags/tag182.xml"/><Relationship Id="rId7" Type="http://schemas.openxmlformats.org/officeDocument/2006/relationships/tags" Target="../tags/tag181.xml"/><Relationship Id="rId6" Type="http://schemas.openxmlformats.org/officeDocument/2006/relationships/image" Target="../media/image21.svg"/><Relationship Id="rId5" Type="http://schemas.openxmlformats.org/officeDocument/2006/relationships/image" Target="../media/image20.png"/><Relationship Id="rId4" Type="http://schemas.openxmlformats.org/officeDocument/2006/relationships/tags" Target="../tags/tag180.xml"/><Relationship Id="rId38" Type="http://schemas.openxmlformats.org/officeDocument/2006/relationships/slideLayout" Target="../slideLayouts/slideLayout6.xml"/><Relationship Id="rId37" Type="http://schemas.openxmlformats.org/officeDocument/2006/relationships/tags" Target="../tags/tag205.xml"/><Relationship Id="rId36" Type="http://schemas.openxmlformats.org/officeDocument/2006/relationships/tags" Target="../tags/tag204.xml"/><Relationship Id="rId35" Type="http://schemas.openxmlformats.org/officeDocument/2006/relationships/tags" Target="../tags/tag203.xml"/><Relationship Id="rId34" Type="http://schemas.openxmlformats.org/officeDocument/2006/relationships/tags" Target="../tags/tag202.xml"/><Relationship Id="rId33" Type="http://schemas.openxmlformats.org/officeDocument/2006/relationships/image" Target="../media/image27.svg"/><Relationship Id="rId32" Type="http://schemas.openxmlformats.org/officeDocument/2006/relationships/image" Target="../media/image26.png"/><Relationship Id="rId31" Type="http://schemas.openxmlformats.org/officeDocument/2006/relationships/tags" Target="../tags/tag201.xml"/><Relationship Id="rId30" Type="http://schemas.openxmlformats.org/officeDocument/2006/relationships/tags" Target="../tags/tag200.xml"/><Relationship Id="rId3" Type="http://schemas.openxmlformats.org/officeDocument/2006/relationships/tags" Target="../tags/tag179.xml"/><Relationship Id="rId29" Type="http://schemas.openxmlformats.org/officeDocument/2006/relationships/tags" Target="../tags/tag199.xml"/><Relationship Id="rId28" Type="http://schemas.openxmlformats.org/officeDocument/2006/relationships/tags" Target="../tags/tag198.xml"/><Relationship Id="rId27" Type="http://schemas.openxmlformats.org/officeDocument/2006/relationships/tags" Target="../tags/tag197.xml"/><Relationship Id="rId26" Type="http://schemas.openxmlformats.org/officeDocument/2006/relationships/tags" Target="../tags/tag196.xml"/><Relationship Id="rId25" Type="http://schemas.openxmlformats.org/officeDocument/2006/relationships/tags" Target="../tags/tag195.xml"/><Relationship Id="rId24" Type="http://schemas.openxmlformats.org/officeDocument/2006/relationships/image" Target="../media/image25.svg"/><Relationship Id="rId23" Type="http://schemas.openxmlformats.org/officeDocument/2006/relationships/image" Target="../media/image24.png"/><Relationship Id="rId22" Type="http://schemas.openxmlformats.org/officeDocument/2006/relationships/tags" Target="../tags/tag194.xml"/><Relationship Id="rId21" Type="http://schemas.openxmlformats.org/officeDocument/2006/relationships/tags" Target="../tags/tag193.xml"/><Relationship Id="rId20" Type="http://schemas.openxmlformats.org/officeDocument/2006/relationships/tags" Target="../tags/tag192.xml"/><Relationship Id="rId2" Type="http://schemas.openxmlformats.org/officeDocument/2006/relationships/tags" Target="../tags/tag178.xml"/><Relationship Id="rId19" Type="http://schemas.openxmlformats.org/officeDocument/2006/relationships/tags" Target="../tags/tag191.xml"/><Relationship Id="rId18" Type="http://schemas.openxmlformats.org/officeDocument/2006/relationships/tags" Target="../tags/tag190.xml"/><Relationship Id="rId17" Type="http://schemas.openxmlformats.org/officeDocument/2006/relationships/tags" Target="../tags/tag189.xml"/><Relationship Id="rId16" Type="http://schemas.openxmlformats.org/officeDocument/2006/relationships/tags" Target="../tags/tag188.xml"/><Relationship Id="rId15" Type="http://schemas.openxmlformats.org/officeDocument/2006/relationships/image" Target="../media/image23.svg"/><Relationship Id="rId14" Type="http://schemas.openxmlformats.org/officeDocument/2006/relationships/image" Target="../media/image22.png"/><Relationship Id="rId13" Type="http://schemas.openxmlformats.org/officeDocument/2006/relationships/tags" Target="../tags/tag187.xml"/><Relationship Id="rId12" Type="http://schemas.openxmlformats.org/officeDocument/2006/relationships/tags" Target="../tags/tag186.xml"/><Relationship Id="rId11" Type="http://schemas.openxmlformats.org/officeDocument/2006/relationships/tags" Target="../tags/tag185.xml"/><Relationship Id="rId10" Type="http://schemas.openxmlformats.org/officeDocument/2006/relationships/tags" Target="../tags/tag184.xml"/><Relationship Id="rId1" Type="http://schemas.openxmlformats.org/officeDocument/2006/relationships/tags" Target="../tags/tag177.xml"/></Relationships>
</file>

<file path=ppt/slides/_rels/slide5.xml.rels><?xml version="1.0" encoding="UTF-8" standalone="yes"?>
<Relationships xmlns="http://schemas.openxmlformats.org/package/2006/relationships"><Relationship Id="rId9" Type="http://schemas.openxmlformats.org/officeDocument/2006/relationships/tags" Target="../tags/tag214.xml"/><Relationship Id="rId8" Type="http://schemas.openxmlformats.org/officeDocument/2006/relationships/tags" Target="../tags/tag213.xml"/><Relationship Id="rId7" Type="http://schemas.openxmlformats.org/officeDocument/2006/relationships/tags" Target="../tags/tag212.xml"/><Relationship Id="rId6" Type="http://schemas.openxmlformats.org/officeDocument/2006/relationships/tags" Target="../tags/tag211.xml"/><Relationship Id="rId5" Type="http://schemas.openxmlformats.org/officeDocument/2006/relationships/tags" Target="../tags/tag210.xml"/><Relationship Id="rId4" Type="http://schemas.openxmlformats.org/officeDocument/2006/relationships/tags" Target="../tags/tag209.xml"/><Relationship Id="rId3" Type="http://schemas.openxmlformats.org/officeDocument/2006/relationships/tags" Target="../tags/tag208.xml"/><Relationship Id="rId27" Type="http://schemas.openxmlformats.org/officeDocument/2006/relationships/slideLayout" Target="../slideLayouts/slideLayout6.xml"/><Relationship Id="rId26" Type="http://schemas.openxmlformats.org/officeDocument/2006/relationships/tags" Target="../tags/tag231.xml"/><Relationship Id="rId25" Type="http://schemas.openxmlformats.org/officeDocument/2006/relationships/tags" Target="../tags/tag230.xml"/><Relationship Id="rId24" Type="http://schemas.openxmlformats.org/officeDocument/2006/relationships/tags" Target="../tags/tag229.xml"/><Relationship Id="rId23" Type="http://schemas.openxmlformats.org/officeDocument/2006/relationships/tags" Target="../tags/tag228.xml"/><Relationship Id="rId22" Type="http://schemas.openxmlformats.org/officeDocument/2006/relationships/tags" Target="../tags/tag227.xml"/><Relationship Id="rId21" Type="http://schemas.openxmlformats.org/officeDocument/2006/relationships/tags" Target="../tags/tag226.xml"/><Relationship Id="rId20" Type="http://schemas.openxmlformats.org/officeDocument/2006/relationships/tags" Target="../tags/tag225.xml"/><Relationship Id="rId2" Type="http://schemas.openxmlformats.org/officeDocument/2006/relationships/tags" Target="../tags/tag207.xml"/><Relationship Id="rId19" Type="http://schemas.openxmlformats.org/officeDocument/2006/relationships/tags" Target="../tags/tag224.xml"/><Relationship Id="rId18" Type="http://schemas.openxmlformats.org/officeDocument/2006/relationships/tags" Target="../tags/tag223.xml"/><Relationship Id="rId17" Type="http://schemas.openxmlformats.org/officeDocument/2006/relationships/tags" Target="../tags/tag222.xml"/><Relationship Id="rId16" Type="http://schemas.openxmlformats.org/officeDocument/2006/relationships/tags" Target="../tags/tag221.xml"/><Relationship Id="rId15" Type="http://schemas.openxmlformats.org/officeDocument/2006/relationships/tags" Target="../tags/tag220.xml"/><Relationship Id="rId14" Type="http://schemas.openxmlformats.org/officeDocument/2006/relationships/tags" Target="../tags/tag219.xml"/><Relationship Id="rId13" Type="http://schemas.openxmlformats.org/officeDocument/2006/relationships/tags" Target="../tags/tag218.xml"/><Relationship Id="rId12" Type="http://schemas.openxmlformats.org/officeDocument/2006/relationships/tags" Target="../tags/tag217.xml"/><Relationship Id="rId11" Type="http://schemas.openxmlformats.org/officeDocument/2006/relationships/tags" Target="../tags/tag216.xml"/><Relationship Id="rId10" Type="http://schemas.openxmlformats.org/officeDocument/2006/relationships/tags" Target="../tags/tag215.xml"/><Relationship Id="rId1" Type="http://schemas.openxmlformats.org/officeDocument/2006/relationships/tags" Target="../tags/tag20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6389"/>
            <p:custDataLst>
              <p:tags r:id="rId1"/>
            </p:custDataLst>
          </p:nvPr>
        </p:nvSpPr>
        <p:spPr/>
        <p:txBody>
          <a:bodyPr>
            <a:normAutofit/>
          </a:bodyPr>
          <a:p>
            <a:r>
              <a:rPr lang="en-US" altLang="en-US"/>
              <a:t>2026/08/06</a:t>
            </a:r>
            <a:endParaRPr lang="en-US" altLang="en-US"/>
          </a:p>
        </p:txBody>
      </p:sp>
      <p:sp>
        <p:nvSpPr>
          <p:cNvPr id="3" name="标题"/>
          <p:cNvSpPr>
            <a:spLocks noGrp="1"/>
          </p:cNvSpPr>
          <p:nvPr>
            <p:ph type="title" idx="16388"/>
            <p:custDataLst>
              <p:tags r:id="rId2"/>
            </p:custDataLst>
          </p:nvPr>
        </p:nvSpPr>
        <p:spPr/>
        <p:txBody>
          <a:bodyPr>
            <a:normAutofit/>
          </a:bodyPr>
          <a:p>
            <a:r>
              <a:rPr lang="zh-CN" altLang="en-US"/>
              <a:t>ProposalForce 项目简报</a:t>
            </a:r>
            <a:endParaRPr lang="zh-CN" altLang="en-US"/>
          </a:p>
        </p:txBody>
      </p:sp>
      <p:sp>
        <p:nvSpPr>
          <p:cNvPr id="4" name="署名"/>
          <p:cNvSpPr>
            <a:spLocks noGrp="1"/>
          </p:cNvSpPr>
          <p:nvPr>
            <p:ph type="body" idx="16390"/>
            <p:custDataLst>
              <p:tags r:id="rId3"/>
            </p:custDataLst>
          </p:nvPr>
        </p:nvSpPr>
        <p:spPr/>
        <p:txBody>
          <a:bodyPr>
            <a:normAutofit/>
          </a:bodyPr>
          <a:p>
            <a:r>
              <a:rPr lang="zh-CN" altLang="en-US"/>
              <a:t>汇报人：默认</a:t>
            </a:r>
            <a:endParaRPr lang="zh-CN" altLang="en-US"/>
          </a:p>
        </p:txBody>
      </p:sp>
    </p:spTree>
    <p:custDataLst>
      <p:tags r:id="rId4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文本框 2"/>
          <p:cNvSpPr txBox="1"/>
          <p:nvPr>
            <p:custDataLst>
              <p:tags r:id="rId1"/>
            </p:custDataLst>
          </p:nvPr>
        </p:nvSpPr>
        <p:spPr>
          <a:xfrm>
            <a:off x="533400" y="357188"/>
            <a:ext cx="11125200" cy="50006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0000"/>
              </a:lnSpc>
            </a:pPr>
            <a:r>
              <a:rPr sz="3000" b="1">
                <a:solidFill>
                  <a:srgbClr val="00557B"/>
                </a:solidFill>
                <a:latin typeface="Microsoft YaHei" panose="020B0503020204020204" charset="-122"/>
                <a:ea typeface="Microsoft YaHei" panose="020B0503020204020204" charset="-122"/>
              </a:rPr>
              <a:t>项目概览与已交付能力</a:t>
            </a:r>
            <a:endParaRPr sz="3000" b="1">
              <a:solidFill>
                <a:srgbClr val="00557B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4" name="任意多边形 3"/>
          <p:cNvSpPr/>
          <p:nvPr>
            <p:custDataLst>
              <p:tags r:id="rId2"/>
            </p:custDataLst>
          </p:nvPr>
        </p:nvSpPr>
        <p:spPr>
          <a:xfrm>
            <a:off x="766445" y="1299845"/>
            <a:ext cx="10658475" cy="4981575"/>
          </a:xfrm>
          <a:custGeom>
            <a:avLst/>
            <a:gdLst>
              <a:gd name="sw" fmla="*/ 1 w 16785"/>
              <a:gd name="sh" fmla="*/ 1 h 7845"/>
              <a:gd name="mins" fmla="min sw sh"/>
              <a:gd name="dsw" fmla="+- 0 sw mins"/>
              <a:gd name="dsh" fmla="+- 0 sh mins"/>
              <a:gd name="p0x0" fmla="*/ 120 w 16785"/>
              <a:gd name="p0y0" fmla="*/ 0 h 7845"/>
              <a:gd name="p0x1" fmla="*/ 16665 w 16785"/>
              <a:gd name="p0y1" fmla="*/ 0 h 7845"/>
              <a:gd name="p0x2" fmla="*/ 16731 w 16785"/>
              <a:gd name="p0y2" fmla="*/ 0 h 7845"/>
              <a:gd name="p0x3" fmla="*/ 16785 w 16785"/>
              <a:gd name="p0y3" fmla="*/ 53 h 7845"/>
              <a:gd name="p0x4" fmla="*/ 16785 w 16785"/>
              <a:gd name="p0y4" fmla="*/ 120 h 7845"/>
              <a:gd name="p0x5" fmla="*/ 16785 w 16785"/>
              <a:gd name="p0y5" fmla="*/ 7725 h 7845"/>
              <a:gd name="p0x6" fmla="*/ 16785 w 16785"/>
              <a:gd name="p0y6" fmla="*/ 7791 h 7845"/>
              <a:gd name="p0x7" fmla="*/ 16731 w 16785"/>
              <a:gd name="p0y7" fmla="*/ 7845 h 7845"/>
              <a:gd name="p0x8" fmla="*/ 16665 w 16785"/>
              <a:gd name="p0y8" fmla="*/ 7845 h 7845"/>
              <a:gd name="p0x9" fmla="*/ 120 w 16785"/>
              <a:gd name="p0y9" fmla="*/ 7845 h 7845"/>
              <a:gd name="p0x10" fmla="*/ 53 w 16785"/>
              <a:gd name="p0y10" fmla="*/ 7845 h 7845"/>
              <a:gd name="p0x11" fmla="*/ 0 w 16785"/>
              <a:gd name="p0y11" fmla="*/ 7791 h 7845"/>
              <a:gd name="p0x12" fmla="*/ 0 w 16785"/>
              <a:gd name="p0y12" fmla="*/ 7725 h 7845"/>
              <a:gd name="p0x13" fmla="*/ 0 w 16785"/>
              <a:gd name="p0y13" fmla="*/ 120 h 7845"/>
              <a:gd name="p0x14" fmla="*/ 0 w 16785"/>
              <a:gd name="p0y14" fmla="*/ 53 h 7845"/>
              <a:gd name="p0x15" fmla="*/ 53 w 16785"/>
              <a:gd name="p0y15" fmla="*/ 0 h 7845"/>
              <a:gd name="p0x16" fmla="*/ 120 w 16785"/>
              <a:gd name="p0y16" fmla="*/ 0 h 7845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FFFFF"/>
          </a:solidFill>
          <a:ln w="9525" cmpd="sng">
            <a:solidFill>
              <a:srgbClr val="C4E6F2"/>
            </a:solidFill>
            <a:prstDash val="solid"/>
          </a:ln>
          <a:effectLst>
            <a:outerShdw blurRad="285750" algn="ctr" rotWithShape="0">
              <a:srgbClr val="1B6095">
                <a:alpha val="12157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" name="文本框 4"/>
          <p:cNvSpPr txBox="1"/>
          <p:nvPr>
            <p:custDataLst>
              <p:tags r:id="rId3"/>
            </p:custDataLst>
          </p:nvPr>
        </p:nvSpPr>
        <p:spPr>
          <a:xfrm>
            <a:off x="962025" y="1479232"/>
            <a:ext cx="10267950" cy="69913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lang="zh-CN" altLang="en-US" sz="2100" b="1" spc="42">
                <a:solidFill>
                  <a:srgbClr val="00557B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项目定位：</a:t>
            </a:r>
            <a:r>
              <a:rPr lang="en-US" altLang="zh-CN" sz="2100" b="1" spc="42">
                <a:solidFill>
                  <a:srgbClr val="00557B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AI </a:t>
            </a:r>
            <a:r>
              <a:rPr lang="zh-CN" altLang="en-US" sz="2100" b="1" spc="42">
                <a:solidFill>
                  <a:srgbClr val="00557B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驱动销售提案工具，原名</a:t>
            </a:r>
            <a:r>
              <a:rPr lang="en-US" altLang="zh-CN" sz="2100" b="1" spc="42">
                <a:solidFill>
                  <a:srgbClr val="00557B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 osalAIX</a:t>
            </a:r>
            <a:r>
              <a:rPr lang="zh-CN" altLang="en-US" sz="2100" b="1" spc="42">
                <a:solidFill>
                  <a:srgbClr val="00557B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，于</a:t>
            </a:r>
            <a:r>
              <a:rPr lang="en-US" altLang="zh-CN" sz="2100" b="1" spc="42">
                <a:solidFill>
                  <a:srgbClr val="00557B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 2027-01-15 </a:t>
            </a:r>
            <a:r>
              <a:rPr lang="zh-CN" altLang="en-US" sz="2100" b="1" spc="42">
                <a:solidFill>
                  <a:srgbClr val="00557B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正式更名</a:t>
            </a:r>
            <a:r>
              <a:rPr lang="en-US" altLang="zh-CN" sz="2100" b="1" spc="42">
                <a:solidFill>
                  <a:srgbClr val="00557B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 ProposalForce</a:t>
            </a:r>
            <a:endParaRPr lang="en-US" altLang="zh-CN" sz="2100" b="1" spc="42">
              <a:solidFill>
                <a:srgbClr val="00557B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</a:endParaRPr>
          </a:p>
        </p:txBody>
      </p:sp>
      <p:sp>
        <p:nvSpPr>
          <p:cNvPr id="6" name="任意多边形 5"/>
          <p:cNvSpPr/>
          <p:nvPr>
            <p:custDataLst>
              <p:tags r:id="rId4"/>
            </p:custDataLst>
          </p:nvPr>
        </p:nvSpPr>
        <p:spPr>
          <a:xfrm>
            <a:off x="962025" y="2775585"/>
            <a:ext cx="342900" cy="342900"/>
          </a:xfrm>
          <a:custGeom>
            <a:avLst/>
            <a:gdLst>
              <a:gd name="sw" fmla="*/ 1 w 540"/>
              <a:gd name="sh" fmla="*/ 1 h 540"/>
              <a:gd name="mins" fmla="min sw sh"/>
              <a:gd name="dsw" fmla="+- 0 sw mins"/>
              <a:gd name="dsh" fmla="+- 0 sh mins"/>
              <a:gd name="p0x0" fmla="*/ 120 w 540"/>
              <a:gd name="p0y0" fmla="*/ 0 h 540"/>
              <a:gd name="p0x1" fmla="*/ 420 w 540"/>
              <a:gd name="p0y1" fmla="*/ 0 h 540"/>
              <a:gd name="p0x2" fmla="*/ 486 w 540"/>
              <a:gd name="p0y2" fmla="*/ 0 h 540"/>
              <a:gd name="p0x3" fmla="*/ 540 w 540"/>
              <a:gd name="p0y3" fmla="*/ 53 h 540"/>
              <a:gd name="p0x4" fmla="*/ 540 w 540"/>
              <a:gd name="p0y4" fmla="*/ 120 h 540"/>
              <a:gd name="p0x5" fmla="*/ 540 w 540"/>
              <a:gd name="p0y5" fmla="*/ 420 h 540"/>
              <a:gd name="p0x6" fmla="*/ 540 w 540"/>
              <a:gd name="p0y6" fmla="*/ 486 h 540"/>
              <a:gd name="p0x7" fmla="*/ 486 w 540"/>
              <a:gd name="p0y7" fmla="*/ 540 h 540"/>
              <a:gd name="p0x8" fmla="*/ 420 w 540"/>
              <a:gd name="p0y8" fmla="*/ 540 h 540"/>
              <a:gd name="p0x9" fmla="*/ 120 w 540"/>
              <a:gd name="p0y9" fmla="*/ 540 h 540"/>
              <a:gd name="p0x10" fmla="*/ 53 w 540"/>
              <a:gd name="p0y10" fmla="*/ 540 h 540"/>
              <a:gd name="p0x11" fmla="*/ 0 w 540"/>
              <a:gd name="p0y11" fmla="*/ 486 h 540"/>
              <a:gd name="p0x12" fmla="*/ 0 w 540"/>
              <a:gd name="p0y12" fmla="*/ 420 h 540"/>
              <a:gd name="p0x13" fmla="*/ 0 w 540"/>
              <a:gd name="p0y13" fmla="*/ 120 h 540"/>
              <a:gd name="p0x14" fmla="*/ 0 w 540"/>
              <a:gd name="p0y14" fmla="*/ 53 h 540"/>
              <a:gd name="p0x15" fmla="*/ 53 w 540"/>
              <a:gd name="p0y15" fmla="*/ 0 h 540"/>
              <a:gd name="p0x16" fmla="*/ 120 w 540"/>
              <a:gd name="p0y16" fmla="*/ 0 h 54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DCECF5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7" name="图片 6" descr="075883de-918a-11f1-9422-2e77fc2e6299"/>
          <p:cNvPicPr/>
          <p:nvPr>
            <p:custDataLst>
              <p:tags r:id="rId5"/>
            </p:custDataLst>
          </p:nvPr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rcRect t="-27" b="27"/>
          <a:stretch>
            <a:fillRect/>
          </a:stretch>
        </p:blipFill>
        <p:spPr>
          <a:xfrm>
            <a:off x="1028700" y="2842260"/>
            <a:ext cx="209550" cy="209550"/>
          </a:xfrm>
          <a:prstGeom prst="rect">
            <a:avLst/>
          </a:prstGeom>
        </p:spPr>
      </p:pic>
      <p:sp>
        <p:nvSpPr>
          <p:cNvPr id="9" name="文本框 8"/>
          <p:cNvSpPr txBox="1"/>
          <p:nvPr>
            <p:custDataLst>
              <p:tags r:id="rId8"/>
            </p:custDataLst>
          </p:nvPr>
        </p:nvSpPr>
        <p:spPr>
          <a:xfrm>
            <a:off x="1457325" y="2759450"/>
            <a:ext cx="2970019" cy="36576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lang="en-US" sz="2100" b="1" spc="42">
                <a:solidFill>
                  <a:srgbClr val="00557B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WebSocket </a:t>
            </a:r>
            <a:r>
              <a:rPr lang="zh-CN" sz="2100" b="1" spc="42">
                <a:solidFill>
                  <a:srgbClr val="00557B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实时协作</a:t>
            </a:r>
            <a:endParaRPr lang="zh-CN" sz="2100" b="1" spc="42">
              <a:solidFill>
                <a:srgbClr val="00557B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</a:endParaRPr>
          </a:p>
        </p:txBody>
      </p:sp>
      <p:sp>
        <p:nvSpPr>
          <p:cNvPr id="10" name="文本框 9"/>
          <p:cNvSpPr txBox="1"/>
          <p:nvPr>
            <p:custDataLst>
              <p:tags r:id="rId9"/>
            </p:custDataLst>
          </p:nvPr>
        </p:nvSpPr>
        <p:spPr>
          <a:xfrm>
            <a:off x="1457325" y="3131877"/>
            <a:ext cx="2703309" cy="29718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sz="1350">
                <a:solidFill>
                  <a:srgbClr val="356B84"/>
                </a:solidFill>
                <a:latin typeface="Microsoft YaHei" panose="020B0503020204020204" charset="-122"/>
                <a:ea typeface="Microsoft YaHei" panose="020B0503020204020204" charset="-122"/>
              </a:rPr>
              <a:t>多人在线编辑，冲突实时同步</a:t>
            </a:r>
            <a:endParaRPr sz="1350">
              <a:solidFill>
                <a:srgbClr val="356B84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11" name="任意多边形 10"/>
          <p:cNvSpPr/>
          <p:nvPr>
            <p:custDataLst>
              <p:tags r:id="rId10"/>
            </p:custDataLst>
          </p:nvPr>
        </p:nvSpPr>
        <p:spPr>
          <a:xfrm>
            <a:off x="962025" y="3535680"/>
            <a:ext cx="342900" cy="342900"/>
          </a:xfrm>
          <a:custGeom>
            <a:avLst/>
            <a:gdLst>
              <a:gd name="sw" fmla="*/ 1 w 540"/>
              <a:gd name="sh" fmla="*/ 1 h 540"/>
              <a:gd name="mins" fmla="min sw sh"/>
              <a:gd name="dsw" fmla="+- 0 sw mins"/>
              <a:gd name="dsh" fmla="+- 0 sh mins"/>
              <a:gd name="p0x0" fmla="*/ 120 w 540"/>
              <a:gd name="p0y0" fmla="*/ 0 h 540"/>
              <a:gd name="p0x1" fmla="*/ 420 w 540"/>
              <a:gd name="p0y1" fmla="*/ 0 h 540"/>
              <a:gd name="p0x2" fmla="*/ 486 w 540"/>
              <a:gd name="p0y2" fmla="*/ 0 h 540"/>
              <a:gd name="p0x3" fmla="*/ 540 w 540"/>
              <a:gd name="p0y3" fmla="*/ 53 h 540"/>
              <a:gd name="p0x4" fmla="*/ 540 w 540"/>
              <a:gd name="p0y4" fmla="*/ 120 h 540"/>
              <a:gd name="p0x5" fmla="*/ 540 w 540"/>
              <a:gd name="p0y5" fmla="*/ 420 h 540"/>
              <a:gd name="p0x6" fmla="*/ 540 w 540"/>
              <a:gd name="p0y6" fmla="*/ 486 h 540"/>
              <a:gd name="p0x7" fmla="*/ 486 w 540"/>
              <a:gd name="p0y7" fmla="*/ 540 h 540"/>
              <a:gd name="p0x8" fmla="*/ 420 w 540"/>
              <a:gd name="p0y8" fmla="*/ 540 h 540"/>
              <a:gd name="p0x9" fmla="*/ 120 w 540"/>
              <a:gd name="p0y9" fmla="*/ 540 h 540"/>
              <a:gd name="p0x10" fmla="*/ 53 w 540"/>
              <a:gd name="p0y10" fmla="*/ 540 h 540"/>
              <a:gd name="p0x11" fmla="*/ 0 w 540"/>
              <a:gd name="p0y11" fmla="*/ 486 h 540"/>
              <a:gd name="p0x12" fmla="*/ 0 w 540"/>
              <a:gd name="p0y12" fmla="*/ 420 h 540"/>
              <a:gd name="p0x13" fmla="*/ 0 w 540"/>
              <a:gd name="p0y13" fmla="*/ 120 h 540"/>
              <a:gd name="p0x14" fmla="*/ 0 w 540"/>
              <a:gd name="p0y14" fmla="*/ 53 h 540"/>
              <a:gd name="p0x15" fmla="*/ 53 w 540"/>
              <a:gd name="p0y15" fmla="*/ 0 h 540"/>
              <a:gd name="p0x16" fmla="*/ 120 w 540"/>
              <a:gd name="p0y16" fmla="*/ 0 h 54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DCECF5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12" name="图片 11" descr="07588463-918a-11f1-9422-2e77fc2e6299"/>
          <p:cNvPicPr/>
          <p:nvPr>
            <p:custDataLst>
              <p:tags r:id="rId11"/>
            </p:custDataLst>
          </p:nvPr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rcRect t="-13" b="13"/>
          <a:stretch>
            <a:fillRect/>
          </a:stretch>
        </p:blipFill>
        <p:spPr>
          <a:xfrm>
            <a:off x="1028700" y="3602355"/>
            <a:ext cx="209550" cy="209550"/>
          </a:xfrm>
          <a:prstGeom prst="rect">
            <a:avLst/>
          </a:prstGeom>
        </p:spPr>
      </p:pic>
      <p:sp>
        <p:nvSpPr>
          <p:cNvPr id="14" name="文本框 13"/>
          <p:cNvSpPr txBox="1"/>
          <p:nvPr>
            <p:custDataLst>
              <p:tags r:id="rId14"/>
            </p:custDataLst>
          </p:nvPr>
        </p:nvSpPr>
        <p:spPr>
          <a:xfrm>
            <a:off x="1457325" y="3519516"/>
            <a:ext cx="2571826" cy="36576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lang="en-US" sz="2100" b="1" spc="42">
                <a:solidFill>
                  <a:srgbClr val="00557B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JWT </a:t>
            </a:r>
            <a:r>
              <a:rPr lang="zh-CN" sz="2100" b="1" spc="42">
                <a:solidFill>
                  <a:srgbClr val="00557B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会话管理</a:t>
            </a:r>
            <a:endParaRPr lang="zh-CN" sz="2100" b="1" spc="42">
              <a:solidFill>
                <a:srgbClr val="00557B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</a:endParaRPr>
          </a:p>
        </p:txBody>
      </p:sp>
      <p:sp>
        <p:nvSpPr>
          <p:cNvPr id="15" name="文本框 14"/>
          <p:cNvSpPr txBox="1"/>
          <p:nvPr>
            <p:custDataLst>
              <p:tags r:id="rId15"/>
            </p:custDataLst>
          </p:nvPr>
        </p:nvSpPr>
        <p:spPr>
          <a:xfrm>
            <a:off x="1457325" y="3891943"/>
            <a:ext cx="2743276" cy="29718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sz="1350">
                <a:solidFill>
                  <a:srgbClr val="356B84"/>
                </a:solidFill>
                <a:latin typeface="Microsoft YaHei" panose="020B0503020204020204" charset="-122"/>
                <a:ea typeface="Microsoft YaHei" panose="020B0503020204020204" charset="-122"/>
              </a:rPr>
              <a:t>无状态令牌鉴权，支撑分布式会话</a:t>
            </a:r>
            <a:endParaRPr sz="1350">
              <a:solidFill>
                <a:srgbClr val="356B84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16" name="任意多边形 15"/>
          <p:cNvSpPr/>
          <p:nvPr>
            <p:custDataLst>
              <p:tags r:id="rId16"/>
            </p:custDataLst>
          </p:nvPr>
        </p:nvSpPr>
        <p:spPr>
          <a:xfrm>
            <a:off x="962025" y="4295775"/>
            <a:ext cx="342900" cy="342900"/>
          </a:xfrm>
          <a:custGeom>
            <a:avLst/>
            <a:gdLst>
              <a:gd name="sw" fmla="*/ 1 w 540"/>
              <a:gd name="sh" fmla="*/ 1 h 540"/>
              <a:gd name="mins" fmla="min sw sh"/>
              <a:gd name="dsw" fmla="+- 0 sw mins"/>
              <a:gd name="dsh" fmla="+- 0 sh mins"/>
              <a:gd name="p0x0" fmla="*/ 120 w 540"/>
              <a:gd name="p0y0" fmla="*/ 0 h 540"/>
              <a:gd name="p0x1" fmla="*/ 420 w 540"/>
              <a:gd name="p0y1" fmla="*/ 0 h 540"/>
              <a:gd name="p0x2" fmla="*/ 486 w 540"/>
              <a:gd name="p0y2" fmla="*/ 0 h 540"/>
              <a:gd name="p0x3" fmla="*/ 540 w 540"/>
              <a:gd name="p0y3" fmla="*/ 53 h 540"/>
              <a:gd name="p0x4" fmla="*/ 540 w 540"/>
              <a:gd name="p0y4" fmla="*/ 120 h 540"/>
              <a:gd name="p0x5" fmla="*/ 540 w 540"/>
              <a:gd name="p0y5" fmla="*/ 420 h 540"/>
              <a:gd name="p0x6" fmla="*/ 540 w 540"/>
              <a:gd name="p0y6" fmla="*/ 486 h 540"/>
              <a:gd name="p0x7" fmla="*/ 486 w 540"/>
              <a:gd name="p0y7" fmla="*/ 540 h 540"/>
              <a:gd name="p0x8" fmla="*/ 420 w 540"/>
              <a:gd name="p0y8" fmla="*/ 540 h 540"/>
              <a:gd name="p0x9" fmla="*/ 120 w 540"/>
              <a:gd name="p0y9" fmla="*/ 540 h 540"/>
              <a:gd name="p0x10" fmla="*/ 53 w 540"/>
              <a:gd name="p0y10" fmla="*/ 540 h 540"/>
              <a:gd name="p0x11" fmla="*/ 0 w 540"/>
              <a:gd name="p0y11" fmla="*/ 486 h 540"/>
              <a:gd name="p0x12" fmla="*/ 0 w 540"/>
              <a:gd name="p0y12" fmla="*/ 420 h 540"/>
              <a:gd name="p0x13" fmla="*/ 0 w 540"/>
              <a:gd name="p0y13" fmla="*/ 120 h 540"/>
              <a:gd name="p0x14" fmla="*/ 0 w 540"/>
              <a:gd name="p0y14" fmla="*/ 53 h 540"/>
              <a:gd name="p0x15" fmla="*/ 53 w 540"/>
              <a:gd name="p0y15" fmla="*/ 0 h 540"/>
              <a:gd name="p0x16" fmla="*/ 120 w 540"/>
              <a:gd name="p0y16" fmla="*/ 0 h 54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DCECF5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17" name="图片 16" descr="075884dd-918a-11f1-9422-2e77fc2e6299"/>
          <p:cNvPicPr/>
          <p:nvPr>
            <p:custDataLst>
              <p:tags r:id="rId17"/>
            </p:custDataLst>
          </p:nvPr>
        </p:nvPicPr>
        <p:blipFill>
          <a:blip r:embed="rId18">
            <a:extLst>
              <a:ext uri="{96DAC541-7B7A-43D3-8B79-37D633B846F1}">
                <asvg:svgBlip xmlns:asvg="http://schemas.microsoft.com/office/drawing/2016/SVG/main" r:embed="rId19"/>
              </a:ext>
            </a:extLst>
          </a:blip>
          <a:srcRect/>
          <a:stretch>
            <a:fillRect/>
          </a:stretch>
        </p:blipFill>
        <p:spPr>
          <a:xfrm>
            <a:off x="1028700" y="4362450"/>
            <a:ext cx="209550" cy="209550"/>
          </a:xfrm>
          <a:prstGeom prst="rect">
            <a:avLst/>
          </a:prstGeom>
        </p:spPr>
      </p:pic>
      <p:sp>
        <p:nvSpPr>
          <p:cNvPr id="19" name="文本框 18"/>
          <p:cNvSpPr txBox="1"/>
          <p:nvPr>
            <p:custDataLst>
              <p:tags r:id="rId20"/>
            </p:custDataLst>
          </p:nvPr>
        </p:nvSpPr>
        <p:spPr>
          <a:xfrm>
            <a:off x="1457325" y="4279583"/>
            <a:ext cx="2345379" cy="36576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lang="en-US" sz="2100" b="1" spc="42">
                <a:solidFill>
                  <a:srgbClr val="00557B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MFA </a:t>
            </a:r>
            <a:r>
              <a:rPr lang="zh-CN" sz="2100" b="1" spc="42">
                <a:solidFill>
                  <a:srgbClr val="00557B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多因子认证</a:t>
            </a:r>
            <a:endParaRPr lang="zh-CN" sz="2100" b="1" spc="42">
              <a:solidFill>
                <a:srgbClr val="00557B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</a:endParaRPr>
          </a:p>
        </p:txBody>
      </p:sp>
      <p:sp>
        <p:nvSpPr>
          <p:cNvPr id="20" name="文本框 19"/>
          <p:cNvSpPr txBox="1"/>
          <p:nvPr>
            <p:custDataLst>
              <p:tags r:id="rId21"/>
            </p:custDataLst>
          </p:nvPr>
        </p:nvSpPr>
        <p:spPr>
          <a:xfrm>
            <a:off x="1457325" y="4652010"/>
            <a:ext cx="2078679" cy="29718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sz="1350">
                <a:solidFill>
                  <a:srgbClr val="356B84"/>
                </a:solidFill>
                <a:latin typeface="Microsoft YaHei" panose="020B0503020204020204" charset="-122"/>
                <a:ea typeface="Microsoft YaHei" panose="020B0503020204020204" charset="-122"/>
              </a:rPr>
              <a:t>双因子登录保障账户安全</a:t>
            </a:r>
            <a:endParaRPr sz="1350">
              <a:solidFill>
                <a:srgbClr val="356B84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21" name="任意多边形 20"/>
          <p:cNvSpPr/>
          <p:nvPr>
            <p:custDataLst>
              <p:tags r:id="rId22"/>
            </p:custDataLst>
          </p:nvPr>
        </p:nvSpPr>
        <p:spPr>
          <a:xfrm>
            <a:off x="962025" y="5055235"/>
            <a:ext cx="342900" cy="342900"/>
          </a:xfrm>
          <a:custGeom>
            <a:avLst/>
            <a:gdLst>
              <a:gd name="sw" fmla="*/ 1 w 540"/>
              <a:gd name="sh" fmla="*/ 1 h 540"/>
              <a:gd name="mins" fmla="min sw sh"/>
              <a:gd name="dsw" fmla="+- 0 sw mins"/>
              <a:gd name="dsh" fmla="+- 0 sh mins"/>
              <a:gd name="p0x0" fmla="*/ 120 w 540"/>
              <a:gd name="p0y0" fmla="*/ 0 h 540"/>
              <a:gd name="p0x1" fmla="*/ 420 w 540"/>
              <a:gd name="p0y1" fmla="*/ 0 h 540"/>
              <a:gd name="p0x2" fmla="*/ 486 w 540"/>
              <a:gd name="p0y2" fmla="*/ 0 h 540"/>
              <a:gd name="p0x3" fmla="*/ 540 w 540"/>
              <a:gd name="p0y3" fmla="*/ 53 h 540"/>
              <a:gd name="p0x4" fmla="*/ 540 w 540"/>
              <a:gd name="p0y4" fmla="*/ 120 h 540"/>
              <a:gd name="p0x5" fmla="*/ 540 w 540"/>
              <a:gd name="p0y5" fmla="*/ 420 h 540"/>
              <a:gd name="p0x6" fmla="*/ 540 w 540"/>
              <a:gd name="p0y6" fmla="*/ 486 h 540"/>
              <a:gd name="p0x7" fmla="*/ 486 w 540"/>
              <a:gd name="p0y7" fmla="*/ 540 h 540"/>
              <a:gd name="p0x8" fmla="*/ 420 w 540"/>
              <a:gd name="p0y8" fmla="*/ 540 h 540"/>
              <a:gd name="p0x9" fmla="*/ 120 w 540"/>
              <a:gd name="p0y9" fmla="*/ 540 h 540"/>
              <a:gd name="p0x10" fmla="*/ 53 w 540"/>
              <a:gd name="p0y10" fmla="*/ 540 h 540"/>
              <a:gd name="p0x11" fmla="*/ 0 w 540"/>
              <a:gd name="p0y11" fmla="*/ 486 h 540"/>
              <a:gd name="p0x12" fmla="*/ 0 w 540"/>
              <a:gd name="p0y12" fmla="*/ 420 h 540"/>
              <a:gd name="p0x13" fmla="*/ 0 w 540"/>
              <a:gd name="p0y13" fmla="*/ 120 h 540"/>
              <a:gd name="p0x14" fmla="*/ 0 w 540"/>
              <a:gd name="p0y14" fmla="*/ 53 h 540"/>
              <a:gd name="p0x15" fmla="*/ 53 w 540"/>
              <a:gd name="p0y15" fmla="*/ 0 h 540"/>
              <a:gd name="p0x16" fmla="*/ 120 w 540"/>
              <a:gd name="p0y16" fmla="*/ 0 h 54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DCECF5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22" name="图片 21" descr="07588554-918a-11f1-9422-2e77fc2e6299"/>
          <p:cNvPicPr/>
          <p:nvPr>
            <p:custDataLst>
              <p:tags r:id="rId23"/>
            </p:custDataLst>
          </p:nvPr>
        </p:nvPicPr>
        <p:blipFill>
          <a:blip r:embed="rId24">
            <a:extLst>
              <a:ext uri="{96DAC541-7B7A-43D3-8B79-37D633B846F1}">
                <asvg:svgBlip xmlns:asvg="http://schemas.microsoft.com/office/drawing/2016/SVG/main" r:embed="rId25"/>
              </a:ext>
            </a:extLst>
          </a:blip>
          <a:srcRect t="-289" b="289"/>
          <a:stretch>
            <a:fillRect/>
          </a:stretch>
        </p:blipFill>
        <p:spPr>
          <a:xfrm>
            <a:off x="1028700" y="5121910"/>
            <a:ext cx="209550" cy="209550"/>
          </a:xfrm>
          <a:prstGeom prst="rect">
            <a:avLst/>
          </a:prstGeom>
        </p:spPr>
      </p:pic>
      <p:sp>
        <p:nvSpPr>
          <p:cNvPr id="24" name="文本框 23"/>
          <p:cNvSpPr txBox="1"/>
          <p:nvPr>
            <p:custDataLst>
              <p:tags r:id="rId26"/>
            </p:custDataLst>
          </p:nvPr>
        </p:nvSpPr>
        <p:spPr>
          <a:xfrm>
            <a:off x="1457325" y="5039649"/>
            <a:ext cx="2961685" cy="36576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sz="2100" b="1" spc="42">
                <a:solidFill>
                  <a:srgbClr val="00557B"/>
                </a:solidFill>
                <a:latin typeface="Microsoft YaHei" panose="020B0503020204020204" charset="-122"/>
                <a:ea typeface="Microsoft YaHei" panose="020B0503020204020204" charset="-122"/>
              </a:rPr>
              <a:t>本地数据云同步</a:t>
            </a:r>
            <a:endParaRPr sz="2100" b="1" spc="42">
              <a:solidFill>
                <a:srgbClr val="00557B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25" name="文本框 24"/>
          <p:cNvSpPr txBox="1"/>
          <p:nvPr>
            <p:custDataLst>
              <p:tags r:id="rId27"/>
            </p:custDataLst>
          </p:nvPr>
        </p:nvSpPr>
        <p:spPr>
          <a:xfrm>
            <a:off x="1457325" y="5412076"/>
            <a:ext cx="3133135" cy="29718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lang="zh-CN" altLang="en-US" sz="1350">
                <a:solidFill>
                  <a:srgbClr val="356B84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离线编辑</a:t>
            </a:r>
            <a:r>
              <a:rPr lang="en-US" altLang="zh-CN" sz="1350">
                <a:solidFill>
                  <a:srgbClr val="356B84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 + </a:t>
            </a:r>
            <a:r>
              <a:rPr lang="zh-CN" altLang="en-US" sz="1350">
                <a:solidFill>
                  <a:srgbClr val="356B84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上线自动合并，数据零丢失</a:t>
            </a:r>
            <a:endParaRPr lang="zh-CN" altLang="en-US" sz="1350">
              <a:solidFill>
                <a:srgbClr val="356B84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000">
        <p159:morph option="byObject"/>
      </p:transition>
    </mc:Choice>
    <mc:Fallback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文本框 2"/>
          <p:cNvSpPr txBox="1"/>
          <p:nvPr>
            <p:custDataLst>
              <p:tags r:id="rId1"/>
            </p:custDataLst>
          </p:nvPr>
        </p:nvSpPr>
        <p:spPr>
          <a:xfrm>
            <a:off x="533400" y="357188"/>
            <a:ext cx="11125200" cy="50006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0000"/>
              </a:lnSpc>
            </a:pPr>
            <a:r>
              <a:rPr sz="3000" b="1">
                <a:solidFill>
                  <a:srgbClr val="00557B"/>
                </a:solidFill>
                <a:latin typeface="Microsoft YaHei" panose="020B0503020204020204" charset="-122"/>
                <a:ea typeface="Microsoft YaHei" panose="020B0503020204020204" charset="-122"/>
              </a:rPr>
              <a:t>进行中工作与安全决策</a:t>
            </a:r>
            <a:endParaRPr sz="3000" b="1">
              <a:solidFill>
                <a:srgbClr val="00557B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4" name="任意多边形 3"/>
          <p:cNvSpPr/>
          <p:nvPr>
            <p:custDataLst>
              <p:tags r:id="rId2"/>
            </p:custDataLst>
          </p:nvPr>
        </p:nvSpPr>
        <p:spPr>
          <a:xfrm>
            <a:off x="575945" y="1109345"/>
            <a:ext cx="3546475" cy="2581275"/>
          </a:xfrm>
          <a:custGeom>
            <a:avLst/>
            <a:gdLst>
              <a:gd name="sw" fmla="*/ 1 w 5585"/>
              <a:gd name="sh" fmla="*/ 1 h 4065"/>
              <a:gd name="mins" fmla="min sw sh"/>
              <a:gd name="dsw" fmla="+- 0 sw mins"/>
              <a:gd name="dsh" fmla="+- 0 sh mins"/>
              <a:gd name="p0x0" fmla="*/ 120 w 5585"/>
              <a:gd name="p0y0" fmla="*/ 0 h 4065"/>
              <a:gd name="p0x1" fmla="*/ 5465 w 5585"/>
              <a:gd name="p0y1" fmla="*/ 0 h 4065"/>
              <a:gd name="p0x2" fmla="*/ 5531 w 5585"/>
              <a:gd name="p0y2" fmla="*/ 0 h 4065"/>
              <a:gd name="p0x3" fmla="*/ 5585 w 5585"/>
              <a:gd name="p0y3" fmla="*/ 53 h 4065"/>
              <a:gd name="p0x4" fmla="*/ 5585 w 5585"/>
              <a:gd name="p0y4" fmla="*/ 120 h 4065"/>
              <a:gd name="p0x5" fmla="*/ 5585 w 5585"/>
              <a:gd name="p0y5" fmla="*/ 3945 h 4065"/>
              <a:gd name="p0x6" fmla="*/ 5585 w 5585"/>
              <a:gd name="p0y6" fmla="*/ 4011 h 4065"/>
              <a:gd name="p0x7" fmla="*/ 5531 w 5585"/>
              <a:gd name="p0y7" fmla="*/ 4065 h 4065"/>
              <a:gd name="p0x8" fmla="*/ 5465 w 5585"/>
              <a:gd name="p0y8" fmla="*/ 4065 h 4065"/>
              <a:gd name="p0x9" fmla="*/ 120 w 5585"/>
              <a:gd name="p0y9" fmla="*/ 4065 h 4065"/>
              <a:gd name="p0x10" fmla="*/ 53 w 5585"/>
              <a:gd name="p0y10" fmla="*/ 4065 h 4065"/>
              <a:gd name="p0x11" fmla="*/ 0 w 5585"/>
              <a:gd name="p0y11" fmla="*/ 4011 h 4065"/>
              <a:gd name="p0x12" fmla="*/ 0 w 5585"/>
              <a:gd name="p0y12" fmla="*/ 3945 h 4065"/>
              <a:gd name="p0x13" fmla="*/ 0 w 5585"/>
              <a:gd name="p0y13" fmla="*/ 120 h 4065"/>
              <a:gd name="p0x14" fmla="*/ 0 w 5585"/>
              <a:gd name="p0y14" fmla="*/ 53 h 4065"/>
              <a:gd name="p0x15" fmla="*/ 53 w 5585"/>
              <a:gd name="p0y15" fmla="*/ 0 h 4065"/>
              <a:gd name="p0x16" fmla="*/ 120 w 5585"/>
              <a:gd name="p0y16" fmla="*/ 0 h 4065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FFFFF"/>
          </a:solidFill>
          <a:ln w="9525" cmpd="sng">
            <a:solidFill>
              <a:srgbClr val="C4E6F2"/>
            </a:solidFill>
            <a:prstDash val="solid"/>
          </a:ln>
          <a:effectLst>
            <a:outerShdw blurRad="285750" algn="ctr" rotWithShape="0">
              <a:srgbClr val="1B6095">
                <a:alpha val="12157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" name="任意多边形 4"/>
          <p:cNvSpPr/>
          <p:nvPr>
            <p:custDataLst>
              <p:tags r:id="rId3"/>
            </p:custDataLst>
          </p:nvPr>
        </p:nvSpPr>
        <p:spPr>
          <a:xfrm>
            <a:off x="2139315" y="1809750"/>
            <a:ext cx="419100" cy="419100"/>
          </a:xfrm>
          <a:custGeom>
            <a:avLst/>
            <a:gdLst>
              <a:gd name="sw" fmla="*/ 1 w 660"/>
              <a:gd name="sh" fmla="*/ 1 h 660"/>
              <a:gd name="mins" fmla="min sw sh"/>
              <a:gd name="dsw" fmla="+- 0 sw mins"/>
              <a:gd name="dsh" fmla="+- 0 sh mins"/>
              <a:gd name="p0x0" fmla="*/ 120 w 660"/>
              <a:gd name="p0y0" fmla="*/ 0 h 660"/>
              <a:gd name="p0x1" fmla="*/ 540 w 660"/>
              <a:gd name="p0y1" fmla="*/ 0 h 660"/>
              <a:gd name="p0x2" fmla="*/ 606 w 660"/>
              <a:gd name="p0y2" fmla="*/ 0 h 660"/>
              <a:gd name="p0x3" fmla="*/ 660 w 660"/>
              <a:gd name="p0y3" fmla="*/ 53 h 660"/>
              <a:gd name="p0x4" fmla="*/ 660 w 660"/>
              <a:gd name="p0y4" fmla="*/ 120 h 660"/>
              <a:gd name="p0x5" fmla="*/ 660 w 660"/>
              <a:gd name="p0y5" fmla="*/ 540 h 660"/>
              <a:gd name="p0x6" fmla="*/ 660 w 660"/>
              <a:gd name="p0y6" fmla="*/ 606 h 660"/>
              <a:gd name="p0x7" fmla="*/ 606 w 660"/>
              <a:gd name="p0y7" fmla="*/ 660 h 660"/>
              <a:gd name="p0x8" fmla="*/ 540 w 660"/>
              <a:gd name="p0y8" fmla="*/ 660 h 660"/>
              <a:gd name="p0x9" fmla="*/ 120 w 660"/>
              <a:gd name="p0y9" fmla="*/ 660 h 660"/>
              <a:gd name="p0x10" fmla="*/ 53 w 660"/>
              <a:gd name="p0y10" fmla="*/ 660 h 660"/>
              <a:gd name="p0x11" fmla="*/ 0 w 660"/>
              <a:gd name="p0y11" fmla="*/ 606 h 660"/>
              <a:gd name="p0x12" fmla="*/ 0 w 660"/>
              <a:gd name="p0y12" fmla="*/ 540 h 660"/>
              <a:gd name="p0x13" fmla="*/ 0 w 660"/>
              <a:gd name="p0y13" fmla="*/ 120 h 660"/>
              <a:gd name="p0x14" fmla="*/ 0 w 660"/>
              <a:gd name="p0y14" fmla="*/ 53 h 660"/>
              <a:gd name="p0x15" fmla="*/ 53 w 660"/>
              <a:gd name="p0y15" fmla="*/ 0 h 660"/>
              <a:gd name="p0x16" fmla="*/ 120 w 660"/>
              <a:gd name="p0y16" fmla="*/ 0 h 66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DCECF5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6" name="图片 5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 l="-2273" t="-3067" r="-2273" b="-3067"/>
          <a:stretch>
            <a:fillRect/>
          </a:stretch>
        </p:blipFill>
        <p:spPr>
          <a:xfrm>
            <a:off x="2239645" y="1890395"/>
            <a:ext cx="219075" cy="252730"/>
          </a:xfrm>
          <a:prstGeom prst="rect">
            <a:avLst/>
          </a:prstGeom>
        </p:spPr>
      </p:pic>
      <p:sp>
        <p:nvSpPr>
          <p:cNvPr id="7" name="文本框 6"/>
          <p:cNvSpPr txBox="1"/>
          <p:nvPr>
            <p:custDataLst>
              <p:tags r:id="rId7"/>
            </p:custDataLst>
          </p:nvPr>
        </p:nvSpPr>
        <p:spPr>
          <a:xfrm>
            <a:off x="1400023" y="2326958"/>
            <a:ext cx="1898971" cy="36576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ctr">
              <a:lnSpc>
                <a:spcPct val="104000"/>
              </a:lnSpc>
            </a:pPr>
            <a:r>
              <a:rPr sz="2100" b="1" spc="42">
                <a:solidFill>
                  <a:srgbClr val="00557B"/>
                </a:solidFill>
                <a:latin typeface="Microsoft YaHei" panose="020B0503020204020204" charset="-122"/>
                <a:ea typeface="Microsoft YaHei" panose="020B0503020204020204" charset="-122"/>
              </a:rPr>
              <a:t>实时更新通知</a:t>
            </a:r>
            <a:endParaRPr sz="2100" b="1" spc="42">
              <a:solidFill>
                <a:srgbClr val="00557B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8" name="文本框 7"/>
          <p:cNvSpPr txBox="1"/>
          <p:nvPr>
            <p:custDataLst>
              <p:tags r:id="rId8"/>
            </p:custDataLst>
          </p:nvPr>
        </p:nvSpPr>
        <p:spPr>
          <a:xfrm>
            <a:off x="977875" y="2699385"/>
            <a:ext cx="2743276" cy="29718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ctr">
              <a:lnSpc>
                <a:spcPct val="133000"/>
              </a:lnSpc>
            </a:pPr>
            <a:r>
              <a:rPr sz="1350">
                <a:solidFill>
                  <a:srgbClr val="00557B"/>
                </a:solidFill>
                <a:latin typeface="Microsoft YaHei" panose="020B0503020204020204" charset="-122"/>
                <a:ea typeface="Microsoft YaHei" panose="020B0503020204020204" charset="-122"/>
              </a:rPr>
              <a:t>提案状态变更即时推送至协作成员</a:t>
            </a:r>
            <a:endParaRPr sz="1350">
              <a:solidFill>
                <a:srgbClr val="00557B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9" name="任意多边形 8"/>
          <p:cNvSpPr/>
          <p:nvPr>
            <p:custDataLst>
              <p:tags r:id="rId9"/>
            </p:custDataLst>
          </p:nvPr>
        </p:nvSpPr>
        <p:spPr>
          <a:xfrm>
            <a:off x="4322445" y="1109345"/>
            <a:ext cx="3546475" cy="2581275"/>
          </a:xfrm>
          <a:custGeom>
            <a:avLst/>
            <a:gdLst>
              <a:gd name="sw" fmla="*/ 1 w 5585"/>
              <a:gd name="sh" fmla="*/ 1 h 4065"/>
              <a:gd name="mins" fmla="min sw sh"/>
              <a:gd name="dsw" fmla="+- 0 sw mins"/>
              <a:gd name="dsh" fmla="+- 0 sh mins"/>
              <a:gd name="p0x0" fmla="*/ 120 w 5585"/>
              <a:gd name="p0y0" fmla="*/ 0 h 4065"/>
              <a:gd name="p0x1" fmla="*/ 5465 w 5585"/>
              <a:gd name="p0y1" fmla="*/ 0 h 4065"/>
              <a:gd name="p0x2" fmla="*/ 5531 w 5585"/>
              <a:gd name="p0y2" fmla="*/ 0 h 4065"/>
              <a:gd name="p0x3" fmla="*/ 5585 w 5585"/>
              <a:gd name="p0y3" fmla="*/ 53 h 4065"/>
              <a:gd name="p0x4" fmla="*/ 5585 w 5585"/>
              <a:gd name="p0y4" fmla="*/ 120 h 4065"/>
              <a:gd name="p0x5" fmla="*/ 5585 w 5585"/>
              <a:gd name="p0y5" fmla="*/ 3945 h 4065"/>
              <a:gd name="p0x6" fmla="*/ 5585 w 5585"/>
              <a:gd name="p0y6" fmla="*/ 4011 h 4065"/>
              <a:gd name="p0x7" fmla="*/ 5531 w 5585"/>
              <a:gd name="p0y7" fmla="*/ 4065 h 4065"/>
              <a:gd name="p0x8" fmla="*/ 5465 w 5585"/>
              <a:gd name="p0y8" fmla="*/ 4065 h 4065"/>
              <a:gd name="p0x9" fmla="*/ 120 w 5585"/>
              <a:gd name="p0y9" fmla="*/ 4065 h 4065"/>
              <a:gd name="p0x10" fmla="*/ 53 w 5585"/>
              <a:gd name="p0y10" fmla="*/ 4065 h 4065"/>
              <a:gd name="p0x11" fmla="*/ 0 w 5585"/>
              <a:gd name="p0y11" fmla="*/ 4011 h 4065"/>
              <a:gd name="p0x12" fmla="*/ 0 w 5585"/>
              <a:gd name="p0y12" fmla="*/ 3945 h 4065"/>
              <a:gd name="p0x13" fmla="*/ 0 w 5585"/>
              <a:gd name="p0y13" fmla="*/ 120 h 4065"/>
              <a:gd name="p0x14" fmla="*/ 0 w 5585"/>
              <a:gd name="p0y14" fmla="*/ 53 h 4065"/>
              <a:gd name="p0x15" fmla="*/ 53 w 5585"/>
              <a:gd name="p0y15" fmla="*/ 0 h 4065"/>
              <a:gd name="p0x16" fmla="*/ 120 w 5585"/>
              <a:gd name="p0y16" fmla="*/ 0 h 4065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FFFFF"/>
          </a:solidFill>
          <a:ln w="9525" cmpd="sng">
            <a:solidFill>
              <a:srgbClr val="C4E6F2"/>
            </a:solidFill>
            <a:prstDash val="solid"/>
          </a:ln>
          <a:effectLst>
            <a:outerShdw blurRad="285750" algn="ctr" rotWithShape="0">
              <a:srgbClr val="1B6095">
                <a:alpha val="12157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0" name="任意多边形 9"/>
          <p:cNvSpPr/>
          <p:nvPr>
            <p:custDataLst>
              <p:tags r:id="rId10"/>
            </p:custDataLst>
          </p:nvPr>
        </p:nvSpPr>
        <p:spPr>
          <a:xfrm>
            <a:off x="5886450" y="1809750"/>
            <a:ext cx="419100" cy="419100"/>
          </a:xfrm>
          <a:custGeom>
            <a:avLst/>
            <a:gdLst>
              <a:gd name="sw" fmla="*/ 1 w 660"/>
              <a:gd name="sh" fmla="*/ 1 h 660"/>
              <a:gd name="mins" fmla="min sw sh"/>
              <a:gd name="dsw" fmla="+- 0 sw mins"/>
              <a:gd name="dsh" fmla="+- 0 sh mins"/>
              <a:gd name="p0x0" fmla="*/ 120 w 660"/>
              <a:gd name="p0y0" fmla="*/ 0 h 660"/>
              <a:gd name="p0x1" fmla="*/ 540 w 660"/>
              <a:gd name="p0y1" fmla="*/ 0 h 660"/>
              <a:gd name="p0x2" fmla="*/ 606 w 660"/>
              <a:gd name="p0y2" fmla="*/ 0 h 660"/>
              <a:gd name="p0x3" fmla="*/ 660 w 660"/>
              <a:gd name="p0y3" fmla="*/ 53 h 660"/>
              <a:gd name="p0x4" fmla="*/ 660 w 660"/>
              <a:gd name="p0y4" fmla="*/ 120 h 660"/>
              <a:gd name="p0x5" fmla="*/ 660 w 660"/>
              <a:gd name="p0y5" fmla="*/ 540 h 660"/>
              <a:gd name="p0x6" fmla="*/ 660 w 660"/>
              <a:gd name="p0y6" fmla="*/ 606 h 660"/>
              <a:gd name="p0x7" fmla="*/ 606 w 660"/>
              <a:gd name="p0y7" fmla="*/ 660 h 660"/>
              <a:gd name="p0x8" fmla="*/ 540 w 660"/>
              <a:gd name="p0y8" fmla="*/ 660 h 660"/>
              <a:gd name="p0x9" fmla="*/ 120 w 660"/>
              <a:gd name="p0y9" fmla="*/ 660 h 660"/>
              <a:gd name="p0x10" fmla="*/ 53 w 660"/>
              <a:gd name="p0y10" fmla="*/ 660 h 660"/>
              <a:gd name="p0x11" fmla="*/ 0 w 660"/>
              <a:gd name="p0y11" fmla="*/ 606 h 660"/>
              <a:gd name="p0x12" fmla="*/ 0 w 660"/>
              <a:gd name="p0y12" fmla="*/ 540 h 660"/>
              <a:gd name="p0x13" fmla="*/ 0 w 660"/>
              <a:gd name="p0y13" fmla="*/ 120 h 660"/>
              <a:gd name="p0x14" fmla="*/ 0 w 660"/>
              <a:gd name="p0y14" fmla="*/ 53 h 660"/>
              <a:gd name="p0x15" fmla="*/ 53 w 660"/>
              <a:gd name="p0y15" fmla="*/ 0 h 660"/>
              <a:gd name="p0x16" fmla="*/ 120 w 660"/>
              <a:gd name="p0y16" fmla="*/ 0 h 66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DCECF5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11" name="图片 10"/>
          <p:cNvPicPr>
            <a:picLocks noChangeAspect="1"/>
          </p:cNvPicPr>
          <p:nvPr>
            <p:custDataLst>
              <p:tags r:id="rId11"/>
            </p:custDataLst>
          </p:nvPr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rcRect l="-2273" t="-10303" r="-2273" b="-10303"/>
          <a:stretch>
            <a:fillRect/>
          </a:stretch>
        </p:blipFill>
        <p:spPr>
          <a:xfrm>
            <a:off x="5986145" y="1890395"/>
            <a:ext cx="219075" cy="252730"/>
          </a:xfrm>
          <a:prstGeom prst="rect">
            <a:avLst/>
          </a:prstGeom>
        </p:spPr>
      </p:pic>
      <p:sp>
        <p:nvSpPr>
          <p:cNvPr id="12" name="文本框 11"/>
          <p:cNvSpPr txBox="1"/>
          <p:nvPr>
            <p:custDataLst>
              <p:tags r:id="rId14"/>
            </p:custDataLst>
          </p:nvPr>
        </p:nvSpPr>
        <p:spPr>
          <a:xfrm>
            <a:off x="4461272" y="2326958"/>
            <a:ext cx="3269532" cy="36576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ctr">
              <a:lnSpc>
                <a:spcPct val="104000"/>
              </a:lnSpc>
            </a:pPr>
            <a:r>
              <a:rPr lang="en-US" sz="2100" b="1" spc="42">
                <a:solidFill>
                  <a:srgbClr val="00557B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AWS Lambda </a:t>
            </a:r>
            <a:r>
              <a:rPr lang="zh-CN" sz="2100" b="1" spc="42">
                <a:solidFill>
                  <a:srgbClr val="00557B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认证伸缩</a:t>
            </a:r>
            <a:endParaRPr lang="zh-CN" sz="2100" b="1" spc="42">
              <a:solidFill>
                <a:srgbClr val="00557B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</a:endParaRPr>
          </a:p>
        </p:txBody>
      </p:sp>
      <p:sp>
        <p:nvSpPr>
          <p:cNvPr id="13" name="文本框 12"/>
          <p:cNvSpPr txBox="1"/>
          <p:nvPr>
            <p:custDataLst>
              <p:tags r:id="rId15"/>
            </p:custDataLst>
          </p:nvPr>
        </p:nvSpPr>
        <p:spPr>
          <a:xfrm>
            <a:off x="4810125" y="2699385"/>
            <a:ext cx="2571826" cy="29718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ctr">
              <a:lnSpc>
                <a:spcPct val="133000"/>
              </a:lnSpc>
            </a:pPr>
            <a:r>
              <a:rPr sz="1350">
                <a:solidFill>
                  <a:srgbClr val="00557B"/>
                </a:solidFill>
                <a:latin typeface="Microsoft YaHei" panose="020B0503020204020204" charset="-122"/>
                <a:ea typeface="Microsoft YaHei" panose="020B0503020204020204" charset="-122"/>
              </a:rPr>
              <a:t>按流量弹性扩缩，降低闲置成本</a:t>
            </a:r>
            <a:endParaRPr sz="1350">
              <a:solidFill>
                <a:srgbClr val="00557B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14" name="任意多边形 13"/>
          <p:cNvSpPr/>
          <p:nvPr>
            <p:custDataLst>
              <p:tags r:id="rId16"/>
            </p:custDataLst>
          </p:nvPr>
        </p:nvSpPr>
        <p:spPr>
          <a:xfrm>
            <a:off x="8068945" y="1109345"/>
            <a:ext cx="3546475" cy="2581275"/>
          </a:xfrm>
          <a:custGeom>
            <a:avLst/>
            <a:gdLst>
              <a:gd name="sw" fmla="*/ 1 w 5585"/>
              <a:gd name="sh" fmla="*/ 1 h 4065"/>
              <a:gd name="mins" fmla="min sw sh"/>
              <a:gd name="dsw" fmla="+- 0 sw mins"/>
              <a:gd name="dsh" fmla="+- 0 sh mins"/>
              <a:gd name="p0x0" fmla="*/ 120 w 5585"/>
              <a:gd name="p0y0" fmla="*/ 0 h 4065"/>
              <a:gd name="p0x1" fmla="*/ 5465 w 5585"/>
              <a:gd name="p0y1" fmla="*/ 0 h 4065"/>
              <a:gd name="p0x2" fmla="*/ 5531 w 5585"/>
              <a:gd name="p0y2" fmla="*/ 0 h 4065"/>
              <a:gd name="p0x3" fmla="*/ 5585 w 5585"/>
              <a:gd name="p0y3" fmla="*/ 53 h 4065"/>
              <a:gd name="p0x4" fmla="*/ 5585 w 5585"/>
              <a:gd name="p0y4" fmla="*/ 120 h 4065"/>
              <a:gd name="p0x5" fmla="*/ 5585 w 5585"/>
              <a:gd name="p0y5" fmla="*/ 3945 h 4065"/>
              <a:gd name="p0x6" fmla="*/ 5585 w 5585"/>
              <a:gd name="p0y6" fmla="*/ 4011 h 4065"/>
              <a:gd name="p0x7" fmla="*/ 5531 w 5585"/>
              <a:gd name="p0y7" fmla="*/ 4065 h 4065"/>
              <a:gd name="p0x8" fmla="*/ 5465 w 5585"/>
              <a:gd name="p0y8" fmla="*/ 4065 h 4065"/>
              <a:gd name="p0x9" fmla="*/ 120 w 5585"/>
              <a:gd name="p0y9" fmla="*/ 4065 h 4065"/>
              <a:gd name="p0x10" fmla="*/ 53 w 5585"/>
              <a:gd name="p0y10" fmla="*/ 4065 h 4065"/>
              <a:gd name="p0x11" fmla="*/ 0 w 5585"/>
              <a:gd name="p0y11" fmla="*/ 4011 h 4065"/>
              <a:gd name="p0x12" fmla="*/ 0 w 5585"/>
              <a:gd name="p0y12" fmla="*/ 3945 h 4065"/>
              <a:gd name="p0x13" fmla="*/ 0 w 5585"/>
              <a:gd name="p0y13" fmla="*/ 120 h 4065"/>
              <a:gd name="p0x14" fmla="*/ 0 w 5585"/>
              <a:gd name="p0y14" fmla="*/ 53 h 4065"/>
              <a:gd name="p0x15" fmla="*/ 53 w 5585"/>
              <a:gd name="p0y15" fmla="*/ 0 h 4065"/>
              <a:gd name="p0x16" fmla="*/ 120 w 5585"/>
              <a:gd name="p0y16" fmla="*/ 0 h 4065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FFFFF"/>
          </a:solidFill>
          <a:ln w="9525" cmpd="sng">
            <a:solidFill>
              <a:srgbClr val="C4E6F2"/>
            </a:solidFill>
            <a:prstDash val="solid"/>
          </a:ln>
          <a:effectLst>
            <a:outerShdw blurRad="285750" algn="ctr" rotWithShape="0">
              <a:srgbClr val="1B6095">
                <a:alpha val="12157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5" name="任意多边形 14"/>
          <p:cNvSpPr/>
          <p:nvPr>
            <p:custDataLst>
              <p:tags r:id="rId17"/>
            </p:custDataLst>
          </p:nvPr>
        </p:nvSpPr>
        <p:spPr>
          <a:xfrm>
            <a:off x="9632950" y="1809750"/>
            <a:ext cx="419100" cy="419100"/>
          </a:xfrm>
          <a:custGeom>
            <a:avLst/>
            <a:gdLst>
              <a:gd name="sw" fmla="*/ 1 w 660"/>
              <a:gd name="sh" fmla="*/ 1 h 660"/>
              <a:gd name="mins" fmla="min sw sh"/>
              <a:gd name="dsw" fmla="+- 0 sw mins"/>
              <a:gd name="dsh" fmla="+- 0 sh mins"/>
              <a:gd name="p0x0" fmla="*/ 120 w 660"/>
              <a:gd name="p0y0" fmla="*/ 0 h 660"/>
              <a:gd name="p0x1" fmla="*/ 540 w 660"/>
              <a:gd name="p0y1" fmla="*/ 0 h 660"/>
              <a:gd name="p0x2" fmla="*/ 606 w 660"/>
              <a:gd name="p0y2" fmla="*/ 0 h 660"/>
              <a:gd name="p0x3" fmla="*/ 660 w 660"/>
              <a:gd name="p0y3" fmla="*/ 53 h 660"/>
              <a:gd name="p0x4" fmla="*/ 660 w 660"/>
              <a:gd name="p0y4" fmla="*/ 120 h 660"/>
              <a:gd name="p0x5" fmla="*/ 660 w 660"/>
              <a:gd name="p0y5" fmla="*/ 540 h 660"/>
              <a:gd name="p0x6" fmla="*/ 660 w 660"/>
              <a:gd name="p0y6" fmla="*/ 606 h 660"/>
              <a:gd name="p0x7" fmla="*/ 606 w 660"/>
              <a:gd name="p0y7" fmla="*/ 660 h 660"/>
              <a:gd name="p0x8" fmla="*/ 540 w 660"/>
              <a:gd name="p0y8" fmla="*/ 660 h 660"/>
              <a:gd name="p0x9" fmla="*/ 120 w 660"/>
              <a:gd name="p0y9" fmla="*/ 660 h 660"/>
              <a:gd name="p0x10" fmla="*/ 53 w 660"/>
              <a:gd name="p0y10" fmla="*/ 660 h 660"/>
              <a:gd name="p0x11" fmla="*/ 0 w 660"/>
              <a:gd name="p0y11" fmla="*/ 606 h 660"/>
              <a:gd name="p0x12" fmla="*/ 0 w 660"/>
              <a:gd name="p0y12" fmla="*/ 540 h 660"/>
              <a:gd name="p0x13" fmla="*/ 0 w 660"/>
              <a:gd name="p0y13" fmla="*/ 120 h 660"/>
              <a:gd name="p0x14" fmla="*/ 0 w 660"/>
              <a:gd name="p0y14" fmla="*/ 53 h 660"/>
              <a:gd name="p0x15" fmla="*/ 53 w 660"/>
              <a:gd name="p0y15" fmla="*/ 0 h 660"/>
              <a:gd name="p0x16" fmla="*/ 120 w 660"/>
              <a:gd name="p0y16" fmla="*/ 0 h 66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DCECF5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16" name="图片 15"/>
          <p:cNvPicPr>
            <a:picLocks noChangeAspect="1"/>
          </p:cNvPicPr>
          <p:nvPr>
            <p:custDataLst>
              <p:tags r:id="rId18"/>
            </p:custDataLst>
          </p:nvPr>
        </p:nvPicPr>
        <p:blipFill>
          <a:blip r:embed="rId19">
            <a:extLst>
              <a:ext uri="{96DAC541-7B7A-43D3-8B79-37D633B846F1}">
                <asvg:svgBlip xmlns:asvg="http://schemas.microsoft.com/office/drawing/2016/SVG/main" r:embed="rId20"/>
              </a:ext>
            </a:extLst>
          </a:blip>
          <a:srcRect l="-7451" t="-3067" r="-7451" b="-3067"/>
          <a:stretch>
            <a:fillRect/>
          </a:stretch>
        </p:blipFill>
        <p:spPr>
          <a:xfrm>
            <a:off x="9749155" y="1890395"/>
            <a:ext cx="186055" cy="252730"/>
          </a:xfrm>
          <a:prstGeom prst="rect">
            <a:avLst/>
          </a:prstGeom>
        </p:spPr>
      </p:pic>
      <p:sp>
        <p:nvSpPr>
          <p:cNvPr id="17" name="文本框 16"/>
          <p:cNvSpPr txBox="1"/>
          <p:nvPr>
            <p:custDataLst>
              <p:tags r:id="rId21"/>
            </p:custDataLst>
          </p:nvPr>
        </p:nvSpPr>
        <p:spPr>
          <a:xfrm>
            <a:off x="9029109" y="2326958"/>
            <a:ext cx="1626918" cy="36576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ctr">
              <a:lnSpc>
                <a:spcPct val="104000"/>
              </a:lnSpc>
            </a:pPr>
            <a:r>
              <a:rPr sz="2100" b="1" spc="42">
                <a:solidFill>
                  <a:srgbClr val="00557B"/>
                </a:solidFill>
                <a:latin typeface="Microsoft YaHei" panose="020B0503020204020204" charset="-122"/>
                <a:ea typeface="Microsoft YaHei" panose="020B0503020204020204" charset="-122"/>
              </a:rPr>
              <a:t>移动端增强</a:t>
            </a:r>
            <a:endParaRPr sz="2100" b="1" spc="42">
              <a:solidFill>
                <a:srgbClr val="00557B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18" name="文本框 17"/>
          <p:cNvSpPr txBox="1"/>
          <p:nvPr>
            <p:custDataLst>
              <p:tags r:id="rId22"/>
            </p:custDataLst>
          </p:nvPr>
        </p:nvSpPr>
        <p:spPr>
          <a:xfrm>
            <a:off x="8642376" y="2699385"/>
            <a:ext cx="2400376" cy="29718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ctr">
              <a:lnSpc>
                <a:spcPct val="133000"/>
              </a:lnSpc>
            </a:pPr>
            <a:r>
              <a:rPr sz="1350">
                <a:solidFill>
                  <a:srgbClr val="00557B"/>
                </a:solidFill>
                <a:latin typeface="Microsoft YaHei" panose="020B0503020204020204" charset="-122"/>
                <a:ea typeface="Microsoft YaHei" panose="020B0503020204020204" charset="-122"/>
              </a:rPr>
              <a:t>小屏交互优化与离线模式完善</a:t>
            </a:r>
            <a:endParaRPr sz="1350">
              <a:solidFill>
                <a:srgbClr val="00557B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19" name="任意多边形 18"/>
          <p:cNvSpPr/>
          <p:nvPr>
            <p:custDataLst>
              <p:tags r:id="rId23"/>
            </p:custDataLst>
          </p:nvPr>
        </p:nvSpPr>
        <p:spPr>
          <a:xfrm>
            <a:off x="575945" y="3890645"/>
            <a:ext cx="3546475" cy="2581275"/>
          </a:xfrm>
          <a:custGeom>
            <a:avLst/>
            <a:gdLst>
              <a:gd name="sw" fmla="*/ 1 w 5585"/>
              <a:gd name="sh" fmla="*/ 1 h 4065"/>
              <a:gd name="mins" fmla="min sw sh"/>
              <a:gd name="dsw" fmla="+- 0 sw mins"/>
              <a:gd name="dsh" fmla="+- 0 sh mins"/>
              <a:gd name="p0x0" fmla="*/ 120 w 5585"/>
              <a:gd name="p0y0" fmla="*/ 0 h 4065"/>
              <a:gd name="p0x1" fmla="*/ 5465 w 5585"/>
              <a:gd name="p0y1" fmla="*/ 0 h 4065"/>
              <a:gd name="p0x2" fmla="*/ 5531 w 5585"/>
              <a:gd name="p0y2" fmla="*/ 0 h 4065"/>
              <a:gd name="p0x3" fmla="*/ 5585 w 5585"/>
              <a:gd name="p0y3" fmla="*/ 53 h 4065"/>
              <a:gd name="p0x4" fmla="*/ 5585 w 5585"/>
              <a:gd name="p0y4" fmla="*/ 120 h 4065"/>
              <a:gd name="p0x5" fmla="*/ 5585 w 5585"/>
              <a:gd name="p0y5" fmla="*/ 3945 h 4065"/>
              <a:gd name="p0x6" fmla="*/ 5585 w 5585"/>
              <a:gd name="p0y6" fmla="*/ 4011 h 4065"/>
              <a:gd name="p0x7" fmla="*/ 5531 w 5585"/>
              <a:gd name="p0y7" fmla="*/ 4065 h 4065"/>
              <a:gd name="p0x8" fmla="*/ 5465 w 5585"/>
              <a:gd name="p0y8" fmla="*/ 4065 h 4065"/>
              <a:gd name="p0x9" fmla="*/ 120 w 5585"/>
              <a:gd name="p0y9" fmla="*/ 4065 h 4065"/>
              <a:gd name="p0x10" fmla="*/ 53 w 5585"/>
              <a:gd name="p0y10" fmla="*/ 4065 h 4065"/>
              <a:gd name="p0x11" fmla="*/ 0 w 5585"/>
              <a:gd name="p0y11" fmla="*/ 4011 h 4065"/>
              <a:gd name="p0x12" fmla="*/ 0 w 5585"/>
              <a:gd name="p0y12" fmla="*/ 3945 h 4065"/>
              <a:gd name="p0x13" fmla="*/ 0 w 5585"/>
              <a:gd name="p0y13" fmla="*/ 120 h 4065"/>
              <a:gd name="p0x14" fmla="*/ 0 w 5585"/>
              <a:gd name="p0y14" fmla="*/ 53 h 4065"/>
              <a:gd name="p0x15" fmla="*/ 53 w 5585"/>
              <a:gd name="p0y15" fmla="*/ 0 h 4065"/>
              <a:gd name="p0x16" fmla="*/ 120 w 5585"/>
              <a:gd name="p0y16" fmla="*/ 0 h 4065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FFFFF"/>
          </a:solidFill>
          <a:ln w="9525" cmpd="sng">
            <a:solidFill>
              <a:srgbClr val="C4E6F2"/>
            </a:solidFill>
            <a:prstDash val="solid"/>
          </a:ln>
          <a:effectLst>
            <a:outerShdw blurRad="285750" algn="ctr" rotWithShape="0">
              <a:srgbClr val="1B6095">
                <a:alpha val="12157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0" name="文本框 19"/>
          <p:cNvSpPr txBox="1"/>
          <p:nvPr>
            <p:custDataLst>
              <p:tags r:id="rId24"/>
            </p:custDataLst>
          </p:nvPr>
        </p:nvSpPr>
        <p:spPr>
          <a:xfrm>
            <a:off x="771525" y="4584383"/>
            <a:ext cx="3155975" cy="36576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lang="zh-CN" altLang="en-US" sz="2100" b="1" spc="42">
                <a:solidFill>
                  <a:srgbClr val="00557B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本地存储</a:t>
            </a:r>
            <a:r>
              <a:rPr lang="en-US" altLang="zh-CN" sz="2100" b="1" spc="42">
                <a:solidFill>
                  <a:srgbClr val="00557B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 SQLite</a:t>
            </a:r>
            <a:endParaRPr lang="en-US" altLang="zh-CN" sz="2100" b="1" spc="42">
              <a:solidFill>
                <a:srgbClr val="00557B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</a:endParaRPr>
          </a:p>
        </p:txBody>
      </p:sp>
      <p:sp>
        <p:nvSpPr>
          <p:cNvPr id="21" name="任意多边形 20"/>
          <p:cNvSpPr/>
          <p:nvPr>
            <p:custDataLst>
              <p:tags r:id="rId25"/>
            </p:custDataLst>
          </p:nvPr>
        </p:nvSpPr>
        <p:spPr>
          <a:xfrm>
            <a:off x="771525" y="4972050"/>
            <a:ext cx="381000" cy="28575"/>
          </a:xfrm>
          <a:custGeom>
            <a:avLst/>
            <a:gdLst>
              <a:gd name="sw" fmla="*/ 1 w 600"/>
              <a:gd name="sh" fmla="*/ 1 h 45"/>
              <a:gd name="mins" fmla="min sw sh"/>
              <a:gd name="dsw" fmla="+- 0 sw mins"/>
              <a:gd name="dsh" fmla="+- 0 sh mins"/>
              <a:gd name="p0x0" fmla="*/ 22 w 600"/>
              <a:gd name="p0y0" fmla="*/ 0 h 45"/>
              <a:gd name="p0x1" fmla="*/ 577 w 600"/>
              <a:gd name="p0y1" fmla="*/ 0 h 45"/>
              <a:gd name="p0x2" fmla="*/ 589 w 600"/>
              <a:gd name="p0y2" fmla="*/ 0 h 45"/>
              <a:gd name="p0x3" fmla="*/ 600 w 600"/>
              <a:gd name="p0y3" fmla="*/ 10 h 45"/>
              <a:gd name="p0x4" fmla="*/ 600 w 600"/>
              <a:gd name="p0y4" fmla="*/ 22 h 45"/>
              <a:gd name="p0x5" fmla="*/ 600 w 600"/>
              <a:gd name="p0y5" fmla="*/ 34 h 45"/>
              <a:gd name="p0x6" fmla="*/ 589 w 600"/>
              <a:gd name="p0y6" fmla="*/ 45 h 45"/>
              <a:gd name="p0x7" fmla="*/ 577 w 600"/>
              <a:gd name="p0y7" fmla="*/ 45 h 45"/>
              <a:gd name="p0x8" fmla="*/ 22 w 600"/>
              <a:gd name="p0y8" fmla="*/ 45 h 45"/>
              <a:gd name="p0x9" fmla="*/ 10 w 600"/>
              <a:gd name="p0y9" fmla="*/ 45 h 45"/>
              <a:gd name="p0x10" fmla="*/ 0 w 600"/>
              <a:gd name="p0y10" fmla="*/ 34 h 45"/>
              <a:gd name="p0x11" fmla="*/ 0 w 600"/>
              <a:gd name="p0y11" fmla="*/ 22 h 45"/>
              <a:gd name="p0x12" fmla="*/ 0 w 600"/>
              <a:gd name="p0y12" fmla="*/ 10 h 45"/>
              <a:gd name="p0x13" fmla="*/ 10 w 600"/>
              <a:gd name="p0y13" fmla="*/ 0 h 45"/>
              <a:gd name="p0x14" fmla="*/ 22 w 600"/>
              <a:gd name="p0y14" fmla="*/ 0 h 45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cubicBezTo>
                  <a:pt x="p0x5" y="p0y5"/>
                  <a:pt x="p0x6" y="p0y6"/>
                  <a:pt x="p0x7" y="p0y7"/>
                </a:cubicBezTo>
                <a:lnTo>
                  <a:pt x="p0x8" y="p0y8"/>
                </a:lnTo>
                <a:cubicBezTo>
                  <a:pt x="p0x9" y="p0y9"/>
                  <a:pt x="p0x10" y="p0y10"/>
                  <a:pt x="p0x11" y="p0y11"/>
                </a:cubicBezTo>
                <a:cubicBezTo>
                  <a:pt x="p0x12" y="p0y12"/>
                  <a:pt x="p0x13" y="p0y13"/>
                  <a:pt x="p0x14" y="p0y14"/>
                </a:cubicBezTo>
                <a:close/>
              </a:path>
            </a:pathLst>
          </a:custGeom>
          <a:solidFill>
            <a:srgbClr val="C44A4A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2" name="文本框 21"/>
          <p:cNvSpPr txBox="1"/>
          <p:nvPr>
            <p:custDataLst>
              <p:tags r:id="rId26"/>
            </p:custDataLst>
          </p:nvPr>
        </p:nvSpPr>
        <p:spPr>
          <a:xfrm>
            <a:off x="771525" y="5100638"/>
            <a:ext cx="3155975" cy="3286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sz="1500">
                <a:solidFill>
                  <a:srgbClr val="356B84"/>
                </a:solidFill>
                <a:latin typeface="Microsoft YaHei" panose="020B0503020204020204" charset="-122"/>
                <a:ea typeface="Microsoft YaHei" panose="020B0503020204020204" charset="-122"/>
              </a:rPr>
              <a:t>未加密存储敏感提案数据</a:t>
            </a:r>
            <a:endParaRPr sz="1500">
              <a:solidFill>
                <a:srgbClr val="356B84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23" name="文本框 22"/>
          <p:cNvSpPr txBox="1"/>
          <p:nvPr>
            <p:custDataLst>
              <p:tags r:id="rId27"/>
            </p:custDataLst>
          </p:nvPr>
        </p:nvSpPr>
        <p:spPr>
          <a:xfrm>
            <a:off x="771525" y="5534025"/>
            <a:ext cx="3155975" cy="2286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sz="1350" b="1">
                <a:solidFill>
                  <a:srgbClr val="C44A4A"/>
                </a:solidFill>
                <a:latin typeface="Microsoft YaHei" panose="020B0503020204020204" charset="-122"/>
                <a:ea typeface="Microsoft YaHei" panose="020B0503020204020204" charset="-122"/>
              </a:rPr>
              <a:t>静态数据缺乏加密保护</a:t>
            </a:r>
            <a:endParaRPr sz="1350" b="1">
              <a:solidFill>
                <a:srgbClr val="C44A4A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24" name="任意多边形 23"/>
          <p:cNvSpPr/>
          <p:nvPr>
            <p:custDataLst>
              <p:tags r:id="rId28"/>
            </p:custDataLst>
          </p:nvPr>
        </p:nvSpPr>
        <p:spPr>
          <a:xfrm>
            <a:off x="4322445" y="3890645"/>
            <a:ext cx="3546475" cy="2581275"/>
          </a:xfrm>
          <a:custGeom>
            <a:avLst/>
            <a:gdLst>
              <a:gd name="sw" fmla="*/ 1 w 5585"/>
              <a:gd name="sh" fmla="*/ 1 h 4065"/>
              <a:gd name="mins" fmla="min sw sh"/>
              <a:gd name="dsw" fmla="+- 0 sw mins"/>
              <a:gd name="dsh" fmla="+- 0 sh mins"/>
              <a:gd name="p0x0" fmla="*/ 120 w 5585"/>
              <a:gd name="p0y0" fmla="*/ 0 h 4065"/>
              <a:gd name="p0x1" fmla="*/ 5465 w 5585"/>
              <a:gd name="p0y1" fmla="*/ 0 h 4065"/>
              <a:gd name="p0x2" fmla="*/ 5531 w 5585"/>
              <a:gd name="p0y2" fmla="*/ 0 h 4065"/>
              <a:gd name="p0x3" fmla="*/ 5585 w 5585"/>
              <a:gd name="p0y3" fmla="*/ 53 h 4065"/>
              <a:gd name="p0x4" fmla="*/ 5585 w 5585"/>
              <a:gd name="p0y4" fmla="*/ 120 h 4065"/>
              <a:gd name="p0x5" fmla="*/ 5585 w 5585"/>
              <a:gd name="p0y5" fmla="*/ 3945 h 4065"/>
              <a:gd name="p0x6" fmla="*/ 5585 w 5585"/>
              <a:gd name="p0y6" fmla="*/ 4011 h 4065"/>
              <a:gd name="p0x7" fmla="*/ 5531 w 5585"/>
              <a:gd name="p0y7" fmla="*/ 4065 h 4065"/>
              <a:gd name="p0x8" fmla="*/ 5465 w 5585"/>
              <a:gd name="p0y8" fmla="*/ 4065 h 4065"/>
              <a:gd name="p0x9" fmla="*/ 120 w 5585"/>
              <a:gd name="p0y9" fmla="*/ 4065 h 4065"/>
              <a:gd name="p0x10" fmla="*/ 53 w 5585"/>
              <a:gd name="p0y10" fmla="*/ 4065 h 4065"/>
              <a:gd name="p0x11" fmla="*/ 0 w 5585"/>
              <a:gd name="p0y11" fmla="*/ 4011 h 4065"/>
              <a:gd name="p0x12" fmla="*/ 0 w 5585"/>
              <a:gd name="p0y12" fmla="*/ 3945 h 4065"/>
              <a:gd name="p0x13" fmla="*/ 0 w 5585"/>
              <a:gd name="p0y13" fmla="*/ 120 h 4065"/>
              <a:gd name="p0x14" fmla="*/ 0 w 5585"/>
              <a:gd name="p0y14" fmla="*/ 53 h 4065"/>
              <a:gd name="p0x15" fmla="*/ 53 w 5585"/>
              <a:gd name="p0y15" fmla="*/ 0 h 4065"/>
              <a:gd name="p0x16" fmla="*/ 120 w 5585"/>
              <a:gd name="p0y16" fmla="*/ 0 h 4065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FFFFF"/>
          </a:solidFill>
          <a:ln w="9525" cmpd="sng">
            <a:solidFill>
              <a:srgbClr val="C4E6F2"/>
            </a:solidFill>
            <a:prstDash val="solid"/>
          </a:ln>
          <a:effectLst>
            <a:outerShdw blurRad="285750" algn="ctr" rotWithShape="0">
              <a:srgbClr val="1B6095">
                <a:alpha val="12157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5" name="文本框 24"/>
          <p:cNvSpPr txBox="1"/>
          <p:nvPr>
            <p:custDataLst>
              <p:tags r:id="rId29"/>
            </p:custDataLst>
          </p:nvPr>
        </p:nvSpPr>
        <p:spPr>
          <a:xfrm>
            <a:off x="4518051" y="4584383"/>
            <a:ext cx="3155975" cy="36576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lang="en-US" sz="2100" b="1" spc="42">
                <a:solidFill>
                  <a:srgbClr val="00557B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CRDT </a:t>
            </a:r>
            <a:r>
              <a:rPr lang="zh-CN" sz="2100" b="1" spc="42">
                <a:solidFill>
                  <a:srgbClr val="00557B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第三方库</a:t>
            </a:r>
            <a:endParaRPr lang="zh-CN" sz="2100" b="1" spc="42">
              <a:solidFill>
                <a:srgbClr val="00557B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</a:endParaRPr>
          </a:p>
        </p:txBody>
      </p:sp>
      <p:sp>
        <p:nvSpPr>
          <p:cNvPr id="26" name="任意多边形 25"/>
          <p:cNvSpPr/>
          <p:nvPr>
            <p:custDataLst>
              <p:tags r:id="rId30"/>
            </p:custDataLst>
          </p:nvPr>
        </p:nvSpPr>
        <p:spPr>
          <a:xfrm>
            <a:off x="4518025" y="4972050"/>
            <a:ext cx="381000" cy="28575"/>
          </a:xfrm>
          <a:custGeom>
            <a:avLst/>
            <a:gdLst>
              <a:gd name="sw" fmla="*/ 1 w 600"/>
              <a:gd name="sh" fmla="*/ 1 h 45"/>
              <a:gd name="mins" fmla="min sw sh"/>
              <a:gd name="dsw" fmla="+- 0 sw mins"/>
              <a:gd name="dsh" fmla="+- 0 sh mins"/>
              <a:gd name="p0x0" fmla="*/ 22 w 600"/>
              <a:gd name="p0y0" fmla="*/ 0 h 45"/>
              <a:gd name="p0x1" fmla="*/ 577 w 600"/>
              <a:gd name="p0y1" fmla="*/ 0 h 45"/>
              <a:gd name="p0x2" fmla="*/ 589 w 600"/>
              <a:gd name="p0y2" fmla="*/ 0 h 45"/>
              <a:gd name="p0x3" fmla="*/ 600 w 600"/>
              <a:gd name="p0y3" fmla="*/ 10 h 45"/>
              <a:gd name="p0x4" fmla="*/ 600 w 600"/>
              <a:gd name="p0y4" fmla="*/ 22 h 45"/>
              <a:gd name="p0x5" fmla="*/ 600 w 600"/>
              <a:gd name="p0y5" fmla="*/ 34 h 45"/>
              <a:gd name="p0x6" fmla="*/ 589 w 600"/>
              <a:gd name="p0y6" fmla="*/ 45 h 45"/>
              <a:gd name="p0x7" fmla="*/ 577 w 600"/>
              <a:gd name="p0y7" fmla="*/ 45 h 45"/>
              <a:gd name="p0x8" fmla="*/ 22 w 600"/>
              <a:gd name="p0y8" fmla="*/ 45 h 45"/>
              <a:gd name="p0x9" fmla="*/ 10 w 600"/>
              <a:gd name="p0y9" fmla="*/ 45 h 45"/>
              <a:gd name="p0x10" fmla="*/ 0 w 600"/>
              <a:gd name="p0y10" fmla="*/ 34 h 45"/>
              <a:gd name="p0x11" fmla="*/ 0 w 600"/>
              <a:gd name="p0y11" fmla="*/ 22 h 45"/>
              <a:gd name="p0x12" fmla="*/ 0 w 600"/>
              <a:gd name="p0y12" fmla="*/ 10 h 45"/>
              <a:gd name="p0x13" fmla="*/ 10 w 600"/>
              <a:gd name="p0y13" fmla="*/ 0 h 45"/>
              <a:gd name="p0x14" fmla="*/ 22 w 600"/>
              <a:gd name="p0y14" fmla="*/ 0 h 45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cubicBezTo>
                  <a:pt x="p0x5" y="p0y5"/>
                  <a:pt x="p0x6" y="p0y6"/>
                  <a:pt x="p0x7" y="p0y7"/>
                </a:cubicBezTo>
                <a:lnTo>
                  <a:pt x="p0x8" y="p0y8"/>
                </a:lnTo>
                <a:cubicBezTo>
                  <a:pt x="p0x9" y="p0y9"/>
                  <a:pt x="p0x10" y="p0y10"/>
                  <a:pt x="p0x11" y="p0y11"/>
                </a:cubicBezTo>
                <a:cubicBezTo>
                  <a:pt x="p0x12" y="p0y12"/>
                  <a:pt x="p0x13" y="p0y13"/>
                  <a:pt x="p0x14" y="p0y14"/>
                </a:cubicBezTo>
                <a:close/>
              </a:path>
            </a:pathLst>
          </a:custGeom>
          <a:solidFill>
            <a:srgbClr val="C44A4A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7" name="文本框 26"/>
          <p:cNvSpPr txBox="1"/>
          <p:nvPr>
            <p:custDataLst>
              <p:tags r:id="rId31"/>
            </p:custDataLst>
          </p:nvPr>
        </p:nvSpPr>
        <p:spPr>
          <a:xfrm>
            <a:off x="4518051" y="5100638"/>
            <a:ext cx="3155975" cy="3286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sz="1500">
                <a:solidFill>
                  <a:srgbClr val="356B84"/>
                </a:solidFill>
                <a:latin typeface="Microsoft YaHei" panose="020B0503020204020204" charset="-122"/>
                <a:ea typeface="Microsoft YaHei" panose="020B0503020204020204" charset="-122"/>
              </a:rPr>
              <a:t>安全协议存疑，审计不透明</a:t>
            </a:r>
            <a:endParaRPr sz="1500">
              <a:solidFill>
                <a:srgbClr val="356B84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28" name="文本框 27"/>
          <p:cNvSpPr txBox="1"/>
          <p:nvPr>
            <p:custDataLst>
              <p:tags r:id="rId32"/>
            </p:custDataLst>
          </p:nvPr>
        </p:nvSpPr>
        <p:spPr>
          <a:xfrm>
            <a:off x="4518051" y="5534025"/>
            <a:ext cx="3155975" cy="2286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sz="1350" b="1">
                <a:solidFill>
                  <a:srgbClr val="C44A4A"/>
                </a:solidFill>
                <a:latin typeface="Microsoft YaHei" panose="020B0503020204020204" charset="-122"/>
                <a:ea typeface="Microsoft YaHei" panose="020B0503020204020204" charset="-122"/>
              </a:rPr>
              <a:t>供应链安全不可控</a:t>
            </a:r>
            <a:endParaRPr sz="1350" b="1">
              <a:solidFill>
                <a:srgbClr val="C44A4A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29" name="任意多边形 28"/>
          <p:cNvSpPr/>
          <p:nvPr>
            <p:custDataLst>
              <p:tags r:id="rId33"/>
            </p:custDataLst>
          </p:nvPr>
        </p:nvSpPr>
        <p:spPr>
          <a:xfrm>
            <a:off x="8068945" y="3890645"/>
            <a:ext cx="3546475" cy="2581275"/>
          </a:xfrm>
          <a:custGeom>
            <a:avLst/>
            <a:gdLst>
              <a:gd name="sw" fmla="*/ 1 w 5585"/>
              <a:gd name="sh" fmla="*/ 1 h 4065"/>
              <a:gd name="mins" fmla="min sw sh"/>
              <a:gd name="dsw" fmla="+- 0 sw mins"/>
              <a:gd name="dsh" fmla="+- 0 sh mins"/>
              <a:gd name="p0x0" fmla="*/ 120 w 5585"/>
              <a:gd name="p0y0" fmla="*/ 0 h 4065"/>
              <a:gd name="p0x1" fmla="*/ 5465 w 5585"/>
              <a:gd name="p0y1" fmla="*/ 0 h 4065"/>
              <a:gd name="p0x2" fmla="*/ 5531 w 5585"/>
              <a:gd name="p0y2" fmla="*/ 0 h 4065"/>
              <a:gd name="p0x3" fmla="*/ 5585 w 5585"/>
              <a:gd name="p0y3" fmla="*/ 53 h 4065"/>
              <a:gd name="p0x4" fmla="*/ 5585 w 5585"/>
              <a:gd name="p0y4" fmla="*/ 120 h 4065"/>
              <a:gd name="p0x5" fmla="*/ 5585 w 5585"/>
              <a:gd name="p0y5" fmla="*/ 3945 h 4065"/>
              <a:gd name="p0x6" fmla="*/ 5585 w 5585"/>
              <a:gd name="p0y6" fmla="*/ 4011 h 4065"/>
              <a:gd name="p0x7" fmla="*/ 5531 w 5585"/>
              <a:gd name="p0y7" fmla="*/ 4065 h 4065"/>
              <a:gd name="p0x8" fmla="*/ 5465 w 5585"/>
              <a:gd name="p0y8" fmla="*/ 4065 h 4065"/>
              <a:gd name="p0x9" fmla="*/ 120 w 5585"/>
              <a:gd name="p0y9" fmla="*/ 4065 h 4065"/>
              <a:gd name="p0x10" fmla="*/ 53 w 5585"/>
              <a:gd name="p0y10" fmla="*/ 4065 h 4065"/>
              <a:gd name="p0x11" fmla="*/ 0 w 5585"/>
              <a:gd name="p0y11" fmla="*/ 4011 h 4065"/>
              <a:gd name="p0x12" fmla="*/ 0 w 5585"/>
              <a:gd name="p0y12" fmla="*/ 3945 h 4065"/>
              <a:gd name="p0x13" fmla="*/ 0 w 5585"/>
              <a:gd name="p0y13" fmla="*/ 120 h 4065"/>
              <a:gd name="p0x14" fmla="*/ 0 w 5585"/>
              <a:gd name="p0y14" fmla="*/ 53 h 4065"/>
              <a:gd name="p0x15" fmla="*/ 53 w 5585"/>
              <a:gd name="p0y15" fmla="*/ 0 h 4065"/>
              <a:gd name="p0x16" fmla="*/ 120 w 5585"/>
              <a:gd name="p0y16" fmla="*/ 0 h 4065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FFFFF"/>
          </a:solidFill>
          <a:ln w="9525" cmpd="sng">
            <a:solidFill>
              <a:srgbClr val="C4E6F2"/>
            </a:solidFill>
            <a:prstDash val="solid"/>
          </a:ln>
          <a:effectLst>
            <a:outerShdw blurRad="285750" algn="ctr" rotWithShape="0">
              <a:srgbClr val="1B6095">
                <a:alpha val="12157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0" name="文本框 29"/>
          <p:cNvSpPr txBox="1"/>
          <p:nvPr>
            <p:custDataLst>
              <p:tags r:id="rId34"/>
            </p:custDataLst>
          </p:nvPr>
        </p:nvSpPr>
        <p:spPr>
          <a:xfrm>
            <a:off x="8264576" y="4584383"/>
            <a:ext cx="3155975" cy="36576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lang="en-US" sz="2100" b="1" spc="42">
                <a:solidFill>
                  <a:srgbClr val="00557B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AWS Lambda </a:t>
            </a:r>
            <a:r>
              <a:rPr lang="zh-CN" sz="2100" b="1" spc="42">
                <a:solidFill>
                  <a:srgbClr val="00557B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传输</a:t>
            </a:r>
            <a:endParaRPr lang="zh-CN" sz="2100" b="1" spc="42">
              <a:solidFill>
                <a:srgbClr val="00557B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</a:endParaRPr>
          </a:p>
        </p:txBody>
      </p:sp>
      <p:sp>
        <p:nvSpPr>
          <p:cNvPr id="31" name="任意多边形 30"/>
          <p:cNvSpPr/>
          <p:nvPr>
            <p:custDataLst>
              <p:tags r:id="rId35"/>
            </p:custDataLst>
          </p:nvPr>
        </p:nvSpPr>
        <p:spPr>
          <a:xfrm>
            <a:off x="8264525" y="4972050"/>
            <a:ext cx="381000" cy="28575"/>
          </a:xfrm>
          <a:custGeom>
            <a:avLst/>
            <a:gdLst>
              <a:gd name="sw" fmla="*/ 1 w 600"/>
              <a:gd name="sh" fmla="*/ 1 h 45"/>
              <a:gd name="mins" fmla="min sw sh"/>
              <a:gd name="dsw" fmla="+- 0 sw mins"/>
              <a:gd name="dsh" fmla="+- 0 sh mins"/>
              <a:gd name="p0x0" fmla="*/ 22 w 600"/>
              <a:gd name="p0y0" fmla="*/ 0 h 45"/>
              <a:gd name="p0x1" fmla="*/ 577 w 600"/>
              <a:gd name="p0y1" fmla="*/ 0 h 45"/>
              <a:gd name="p0x2" fmla="*/ 589 w 600"/>
              <a:gd name="p0y2" fmla="*/ 0 h 45"/>
              <a:gd name="p0x3" fmla="*/ 600 w 600"/>
              <a:gd name="p0y3" fmla="*/ 10 h 45"/>
              <a:gd name="p0x4" fmla="*/ 600 w 600"/>
              <a:gd name="p0y4" fmla="*/ 22 h 45"/>
              <a:gd name="p0x5" fmla="*/ 600 w 600"/>
              <a:gd name="p0y5" fmla="*/ 34 h 45"/>
              <a:gd name="p0x6" fmla="*/ 589 w 600"/>
              <a:gd name="p0y6" fmla="*/ 45 h 45"/>
              <a:gd name="p0x7" fmla="*/ 577 w 600"/>
              <a:gd name="p0y7" fmla="*/ 45 h 45"/>
              <a:gd name="p0x8" fmla="*/ 22 w 600"/>
              <a:gd name="p0y8" fmla="*/ 45 h 45"/>
              <a:gd name="p0x9" fmla="*/ 10 w 600"/>
              <a:gd name="p0y9" fmla="*/ 45 h 45"/>
              <a:gd name="p0x10" fmla="*/ 0 w 600"/>
              <a:gd name="p0y10" fmla="*/ 34 h 45"/>
              <a:gd name="p0x11" fmla="*/ 0 w 600"/>
              <a:gd name="p0y11" fmla="*/ 22 h 45"/>
              <a:gd name="p0x12" fmla="*/ 0 w 600"/>
              <a:gd name="p0y12" fmla="*/ 10 h 45"/>
              <a:gd name="p0x13" fmla="*/ 10 w 600"/>
              <a:gd name="p0y13" fmla="*/ 0 h 45"/>
              <a:gd name="p0x14" fmla="*/ 22 w 600"/>
              <a:gd name="p0y14" fmla="*/ 0 h 45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cubicBezTo>
                  <a:pt x="p0x5" y="p0y5"/>
                  <a:pt x="p0x6" y="p0y6"/>
                  <a:pt x="p0x7" y="p0y7"/>
                </a:cubicBezTo>
                <a:lnTo>
                  <a:pt x="p0x8" y="p0y8"/>
                </a:lnTo>
                <a:cubicBezTo>
                  <a:pt x="p0x9" y="p0y9"/>
                  <a:pt x="p0x10" y="p0y10"/>
                  <a:pt x="p0x11" y="p0y11"/>
                </a:cubicBezTo>
                <a:cubicBezTo>
                  <a:pt x="p0x12" y="p0y12"/>
                  <a:pt x="p0x13" y="p0y13"/>
                  <a:pt x="p0x14" y="p0y14"/>
                </a:cubicBezTo>
                <a:close/>
              </a:path>
            </a:pathLst>
          </a:custGeom>
          <a:solidFill>
            <a:srgbClr val="C44A4A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2" name="文本框 31"/>
          <p:cNvSpPr txBox="1"/>
          <p:nvPr>
            <p:custDataLst>
              <p:tags r:id="rId36"/>
            </p:custDataLst>
          </p:nvPr>
        </p:nvSpPr>
        <p:spPr>
          <a:xfrm>
            <a:off x="8264576" y="5100638"/>
            <a:ext cx="3155975" cy="3286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sz="1500">
                <a:solidFill>
                  <a:srgbClr val="356B84"/>
                </a:solidFill>
                <a:latin typeface="Microsoft YaHei" panose="020B0503020204020204" charset="-122"/>
                <a:ea typeface="Microsoft YaHei" panose="020B0503020204020204" charset="-122"/>
              </a:rPr>
              <a:t>传输层加密不足</a:t>
            </a:r>
            <a:endParaRPr sz="1500">
              <a:solidFill>
                <a:srgbClr val="356B84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33" name="文本框 32"/>
          <p:cNvSpPr txBox="1"/>
          <p:nvPr>
            <p:custDataLst>
              <p:tags r:id="rId37"/>
            </p:custDataLst>
          </p:nvPr>
        </p:nvSpPr>
        <p:spPr>
          <a:xfrm>
            <a:off x="8264576" y="5534025"/>
            <a:ext cx="3155975" cy="2286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sz="1350" b="1">
                <a:solidFill>
                  <a:srgbClr val="C44A4A"/>
                </a:solidFill>
                <a:latin typeface="Microsoft YaHei" panose="020B0503020204020204" charset="-122"/>
                <a:ea typeface="Microsoft YaHei" panose="020B0503020204020204" charset="-122"/>
              </a:rPr>
              <a:t>数据在途暴露风险</a:t>
            </a:r>
            <a:endParaRPr sz="1350" b="1">
              <a:solidFill>
                <a:srgbClr val="C44A4A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000">
        <p159:morph option="byObject"/>
      </p:transition>
    </mc:Choice>
    <mc:Fallback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文本框 2"/>
          <p:cNvSpPr txBox="1"/>
          <p:nvPr>
            <p:custDataLst>
              <p:tags r:id="rId1"/>
            </p:custDataLst>
          </p:nvPr>
        </p:nvSpPr>
        <p:spPr>
          <a:xfrm>
            <a:off x="533400" y="357188"/>
            <a:ext cx="11125200" cy="50006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0000"/>
              </a:lnSpc>
            </a:pPr>
            <a:r>
              <a:rPr sz="3000" b="1">
                <a:solidFill>
                  <a:srgbClr val="00557B"/>
                </a:solidFill>
                <a:latin typeface="Microsoft YaHei" panose="020B0503020204020204" charset="-122"/>
                <a:ea typeface="Microsoft YaHei" panose="020B0503020204020204" charset="-122"/>
              </a:rPr>
              <a:t>竞品格局与差异化定位</a:t>
            </a:r>
            <a:endParaRPr sz="3000" b="1">
              <a:solidFill>
                <a:srgbClr val="00557B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4" name="任意多边形 3"/>
          <p:cNvSpPr/>
          <p:nvPr>
            <p:custDataLst>
              <p:tags r:id="rId2"/>
            </p:custDataLst>
          </p:nvPr>
        </p:nvSpPr>
        <p:spPr>
          <a:xfrm>
            <a:off x="575945" y="1109345"/>
            <a:ext cx="2581275" cy="5362575"/>
          </a:xfrm>
          <a:custGeom>
            <a:avLst/>
            <a:gdLst>
              <a:gd name="sw" fmla="*/ 1 w 4065"/>
              <a:gd name="sh" fmla="*/ 1 h 8445"/>
              <a:gd name="mins" fmla="min sw sh"/>
              <a:gd name="dsw" fmla="+- 0 sw mins"/>
              <a:gd name="dsh" fmla="+- 0 sh mins"/>
              <a:gd name="p0x0" fmla="*/ 120 w 4065"/>
              <a:gd name="p0y0" fmla="*/ 0 h 8445"/>
              <a:gd name="p0x1" fmla="*/ 3945 w 4065"/>
              <a:gd name="p0y1" fmla="*/ 0 h 8445"/>
              <a:gd name="p0x2" fmla="*/ 4011 w 4065"/>
              <a:gd name="p0y2" fmla="*/ 0 h 8445"/>
              <a:gd name="p0x3" fmla="*/ 4065 w 4065"/>
              <a:gd name="p0y3" fmla="*/ 53 h 8445"/>
              <a:gd name="p0x4" fmla="*/ 4065 w 4065"/>
              <a:gd name="p0y4" fmla="*/ 120 h 8445"/>
              <a:gd name="p0x5" fmla="*/ 4065 w 4065"/>
              <a:gd name="p0y5" fmla="*/ 8325 h 8445"/>
              <a:gd name="p0x6" fmla="*/ 4065 w 4065"/>
              <a:gd name="p0y6" fmla="*/ 8391 h 8445"/>
              <a:gd name="p0x7" fmla="*/ 4011 w 4065"/>
              <a:gd name="p0y7" fmla="*/ 8445 h 8445"/>
              <a:gd name="p0x8" fmla="*/ 3945 w 4065"/>
              <a:gd name="p0y8" fmla="*/ 8445 h 8445"/>
              <a:gd name="p0x9" fmla="*/ 120 w 4065"/>
              <a:gd name="p0y9" fmla="*/ 8445 h 8445"/>
              <a:gd name="p0x10" fmla="*/ 53 w 4065"/>
              <a:gd name="p0y10" fmla="*/ 8445 h 8445"/>
              <a:gd name="p0x11" fmla="*/ 0 w 4065"/>
              <a:gd name="p0y11" fmla="*/ 8391 h 8445"/>
              <a:gd name="p0x12" fmla="*/ 0 w 4065"/>
              <a:gd name="p0y12" fmla="*/ 8325 h 8445"/>
              <a:gd name="p0x13" fmla="*/ 0 w 4065"/>
              <a:gd name="p0y13" fmla="*/ 120 h 8445"/>
              <a:gd name="p0x14" fmla="*/ 0 w 4065"/>
              <a:gd name="p0y14" fmla="*/ 53 h 8445"/>
              <a:gd name="p0x15" fmla="*/ 53 w 4065"/>
              <a:gd name="p0y15" fmla="*/ 0 h 8445"/>
              <a:gd name="p0x16" fmla="*/ 120 w 4065"/>
              <a:gd name="p0y16" fmla="*/ 0 h 8445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FFFFF"/>
          </a:solidFill>
          <a:ln w="9525" cmpd="sng">
            <a:solidFill>
              <a:srgbClr val="C4E6F2"/>
            </a:solidFill>
            <a:prstDash val="solid"/>
          </a:ln>
          <a:effectLst>
            <a:outerShdw blurRad="285750" algn="ctr" rotWithShape="0">
              <a:srgbClr val="1B6095">
                <a:alpha val="12157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" name="任意多边形 4"/>
          <p:cNvSpPr/>
          <p:nvPr>
            <p:custDataLst>
              <p:tags r:id="rId3"/>
            </p:custDataLst>
          </p:nvPr>
        </p:nvSpPr>
        <p:spPr>
          <a:xfrm>
            <a:off x="1619250" y="2309495"/>
            <a:ext cx="495300" cy="495300"/>
          </a:xfrm>
          <a:custGeom>
            <a:avLst/>
            <a:gdLst>
              <a:gd name="sw" fmla="*/ 1 w 780"/>
              <a:gd name="sh" fmla="*/ 1 h 780"/>
              <a:gd name="mins" fmla="min sw sh"/>
              <a:gd name="dsw" fmla="+- 0 sw mins"/>
              <a:gd name="dsh" fmla="+- 0 sh mins"/>
              <a:gd name="p0x0" fmla="*/ 120 w 780"/>
              <a:gd name="p0y0" fmla="*/ 0 h 780"/>
              <a:gd name="p0x1" fmla="*/ 660 w 780"/>
              <a:gd name="p0y1" fmla="*/ 0 h 780"/>
              <a:gd name="p0x2" fmla="*/ 726 w 780"/>
              <a:gd name="p0y2" fmla="*/ 0 h 780"/>
              <a:gd name="p0x3" fmla="*/ 780 w 780"/>
              <a:gd name="p0y3" fmla="*/ 53 h 780"/>
              <a:gd name="p0x4" fmla="*/ 780 w 780"/>
              <a:gd name="p0y4" fmla="*/ 120 h 780"/>
              <a:gd name="p0x5" fmla="*/ 780 w 780"/>
              <a:gd name="p0y5" fmla="*/ 660 h 780"/>
              <a:gd name="p0x6" fmla="*/ 780 w 780"/>
              <a:gd name="p0y6" fmla="*/ 726 h 780"/>
              <a:gd name="p0x7" fmla="*/ 726 w 780"/>
              <a:gd name="p0y7" fmla="*/ 780 h 780"/>
              <a:gd name="p0x8" fmla="*/ 660 w 780"/>
              <a:gd name="p0y8" fmla="*/ 780 h 780"/>
              <a:gd name="p0x9" fmla="*/ 120 w 780"/>
              <a:gd name="p0y9" fmla="*/ 780 h 780"/>
              <a:gd name="p0x10" fmla="*/ 53 w 780"/>
              <a:gd name="p0y10" fmla="*/ 780 h 780"/>
              <a:gd name="p0x11" fmla="*/ 0 w 780"/>
              <a:gd name="p0y11" fmla="*/ 726 h 780"/>
              <a:gd name="p0x12" fmla="*/ 0 w 780"/>
              <a:gd name="p0y12" fmla="*/ 660 h 780"/>
              <a:gd name="p0x13" fmla="*/ 0 w 780"/>
              <a:gd name="p0y13" fmla="*/ 120 h 780"/>
              <a:gd name="p0x14" fmla="*/ 0 w 780"/>
              <a:gd name="p0y14" fmla="*/ 53 h 780"/>
              <a:gd name="p0x15" fmla="*/ 53 w 780"/>
              <a:gd name="p0y15" fmla="*/ 0 h 780"/>
              <a:gd name="p0x16" fmla="*/ 120 w 780"/>
              <a:gd name="p0y16" fmla="*/ 0 h 78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DCECF5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6" name="图片 5" descr="0b5b488a-918a-11f1-bd52-929055f9dc0d"/>
          <p:cNvPicPr/>
          <p:nvPr>
            <p:custDataLst>
              <p:tags r:id="rId4"/>
            </p:custDataLst>
          </p:nvPr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 t="-104" b="104"/>
          <a:stretch>
            <a:fillRect/>
          </a:stretch>
        </p:blipFill>
        <p:spPr>
          <a:xfrm>
            <a:off x="1714500" y="2404745"/>
            <a:ext cx="304800" cy="304800"/>
          </a:xfrm>
          <a:prstGeom prst="rect">
            <a:avLst/>
          </a:prstGeom>
        </p:spPr>
      </p:pic>
      <p:sp>
        <p:nvSpPr>
          <p:cNvPr id="8" name="文本框 7"/>
          <p:cNvSpPr txBox="1"/>
          <p:nvPr>
            <p:custDataLst>
              <p:tags r:id="rId7"/>
            </p:custDataLst>
          </p:nvPr>
        </p:nvSpPr>
        <p:spPr>
          <a:xfrm>
            <a:off x="1009126" y="2979420"/>
            <a:ext cx="1715472" cy="69913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ctr">
              <a:lnSpc>
                <a:spcPct val="104000"/>
              </a:lnSpc>
            </a:pPr>
            <a:r>
              <a:rPr sz="2100" b="1" spc="42">
                <a:solidFill>
                  <a:srgbClr val="00557B"/>
                </a:solidFill>
                <a:latin typeface="Microsoft YaHei" panose="020B0503020204020204" charset="-122"/>
                <a:ea typeface="Microsoft YaHei" panose="020B0503020204020204" charset="-122"/>
              </a:rPr>
              <a:t>QuoteMaster Pro</a:t>
            </a:r>
            <a:endParaRPr sz="2100" b="1" spc="42">
              <a:solidFill>
                <a:srgbClr val="00557B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9" name="任意多边形 8"/>
          <p:cNvSpPr/>
          <p:nvPr>
            <p:custDataLst>
              <p:tags r:id="rId8"/>
            </p:custDataLst>
          </p:nvPr>
        </p:nvSpPr>
        <p:spPr>
          <a:xfrm>
            <a:off x="1676400" y="3700145"/>
            <a:ext cx="381000" cy="28575"/>
          </a:xfrm>
          <a:custGeom>
            <a:avLst/>
            <a:gdLst>
              <a:gd name="sw" fmla="*/ 1 w 600"/>
              <a:gd name="sh" fmla="*/ 1 h 45"/>
              <a:gd name="mins" fmla="min sw sh"/>
              <a:gd name="dsw" fmla="+- 0 sw mins"/>
              <a:gd name="dsh" fmla="+- 0 sh mins"/>
              <a:gd name="p0x0" fmla="*/ 22 w 600"/>
              <a:gd name="p0y0" fmla="*/ 0 h 45"/>
              <a:gd name="p0x1" fmla="*/ 577 w 600"/>
              <a:gd name="p0y1" fmla="*/ 0 h 45"/>
              <a:gd name="p0x2" fmla="*/ 589 w 600"/>
              <a:gd name="p0y2" fmla="*/ 0 h 45"/>
              <a:gd name="p0x3" fmla="*/ 600 w 600"/>
              <a:gd name="p0y3" fmla="*/ 10 h 45"/>
              <a:gd name="p0x4" fmla="*/ 600 w 600"/>
              <a:gd name="p0y4" fmla="*/ 22 h 45"/>
              <a:gd name="p0x5" fmla="*/ 600 w 600"/>
              <a:gd name="p0y5" fmla="*/ 34 h 45"/>
              <a:gd name="p0x6" fmla="*/ 589 w 600"/>
              <a:gd name="p0y6" fmla="*/ 45 h 45"/>
              <a:gd name="p0x7" fmla="*/ 577 w 600"/>
              <a:gd name="p0y7" fmla="*/ 45 h 45"/>
              <a:gd name="p0x8" fmla="*/ 22 w 600"/>
              <a:gd name="p0y8" fmla="*/ 45 h 45"/>
              <a:gd name="p0x9" fmla="*/ 10 w 600"/>
              <a:gd name="p0y9" fmla="*/ 45 h 45"/>
              <a:gd name="p0x10" fmla="*/ 0 w 600"/>
              <a:gd name="p0y10" fmla="*/ 34 h 45"/>
              <a:gd name="p0x11" fmla="*/ 0 w 600"/>
              <a:gd name="p0y11" fmla="*/ 22 h 45"/>
              <a:gd name="p0x12" fmla="*/ 0 w 600"/>
              <a:gd name="p0y12" fmla="*/ 10 h 45"/>
              <a:gd name="p0x13" fmla="*/ 10 w 600"/>
              <a:gd name="p0y13" fmla="*/ 0 h 45"/>
              <a:gd name="p0x14" fmla="*/ 22 w 600"/>
              <a:gd name="p0y14" fmla="*/ 0 h 45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cubicBezTo>
                  <a:pt x="p0x5" y="p0y5"/>
                  <a:pt x="p0x6" y="p0y6"/>
                  <a:pt x="p0x7" y="p0y7"/>
                </a:cubicBezTo>
                <a:lnTo>
                  <a:pt x="p0x8" y="p0y8"/>
                </a:lnTo>
                <a:cubicBezTo>
                  <a:pt x="p0x9" y="p0y9"/>
                  <a:pt x="p0x10" y="p0y10"/>
                  <a:pt x="p0x11" y="p0y11"/>
                </a:cubicBezTo>
                <a:cubicBezTo>
                  <a:pt x="p0x12" y="p0y12"/>
                  <a:pt x="p0x13" y="p0y13"/>
                  <a:pt x="p0x14" y="p0y14"/>
                </a:cubicBezTo>
                <a:close/>
              </a:path>
            </a:pathLst>
          </a:custGeom>
          <a:solidFill>
            <a:srgbClr val="1B6095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0" name="文本框 9"/>
          <p:cNvSpPr txBox="1"/>
          <p:nvPr>
            <p:custDataLst>
              <p:tags r:id="rId9"/>
            </p:custDataLst>
          </p:nvPr>
        </p:nvSpPr>
        <p:spPr>
          <a:xfrm>
            <a:off x="1019175" y="3905250"/>
            <a:ext cx="1524000" cy="6334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ctr">
              <a:lnSpc>
                <a:spcPct val="133000"/>
              </a:lnSpc>
            </a:pPr>
            <a:r>
              <a:rPr sz="1500">
                <a:solidFill>
                  <a:srgbClr val="356B84"/>
                </a:solidFill>
                <a:latin typeface="Microsoft YaHei" panose="020B0503020204020204" charset="-122"/>
                <a:ea typeface="Microsoft YaHei" panose="020B0503020204020204" charset="-122"/>
              </a:rPr>
              <a:t>报价流程自动化见长</a:t>
            </a:r>
            <a:endParaRPr sz="1500">
              <a:solidFill>
                <a:srgbClr val="356B84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11" name="文本框 10"/>
          <p:cNvSpPr txBox="1"/>
          <p:nvPr>
            <p:custDataLst>
              <p:tags r:id="rId10"/>
            </p:custDataLst>
          </p:nvPr>
        </p:nvSpPr>
        <p:spPr>
          <a:xfrm>
            <a:off x="1265711" y="4704397"/>
            <a:ext cx="1077297" cy="571471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ctr">
              <a:lnSpc>
                <a:spcPct val="133000"/>
              </a:lnSpc>
            </a:pPr>
            <a:r>
              <a:rPr lang="en-US" sz="1350">
                <a:solidFill>
                  <a:srgbClr val="00557B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AI </a:t>
            </a:r>
            <a:r>
              <a:rPr lang="zh-CN" sz="1350">
                <a:solidFill>
                  <a:srgbClr val="00557B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生成能力薄弱</a:t>
            </a:r>
            <a:endParaRPr lang="zh-CN" sz="1350">
              <a:solidFill>
                <a:srgbClr val="00557B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</a:endParaRPr>
          </a:p>
        </p:txBody>
      </p:sp>
      <p:sp>
        <p:nvSpPr>
          <p:cNvPr id="12" name="任意多边形 11"/>
          <p:cNvSpPr/>
          <p:nvPr>
            <p:custDataLst>
              <p:tags r:id="rId11"/>
            </p:custDataLst>
          </p:nvPr>
        </p:nvSpPr>
        <p:spPr>
          <a:xfrm>
            <a:off x="3395345" y="1109345"/>
            <a:ext cx="2581275" cy="5362575"/>
          </a:xfrm>
          <a:custGeom>
            <a:avLst/>
            <a:gdLst>
              <a:gd name="sw" fmla="*/ 1 w 4065"/>
              <a:gd name="sh" fmla="*/ 1 h 8445"/>
              <a:gd name="mins" fmla="min sw sh"/>
              <a:gd name="dsw" fmla="+- 0 sw mins"/>
              <a:gd name="dsh" fmla="+- 0 sh mins"/>
              <a:gd name="p0x0" fmla="*/ 120 w 4065"/>
              <a:gd name="p0y0" fmla="*/ 0 h 8445"/>
              <a:gd name="p0x1" fmla="*/ 3945 w 4065"/>
              <a:gd name="p0y1" fmla="*/ 0 h 8445"/>
              <a:gd name="p0x2" fmla="*/ 4011 w 4065"/>
              <a:gd name="p0y2" fmla="*/ 0 h 8445"/>
              <a:gd name="p0x3" fmla="*/ 4065 w 4065"/>
              <a:gd name="p0y3" fmla="*/ 53 h 8445"/>
              <a:gd name="p0x4" fmla="*/ 4065 w 4065"/>
              <a:gd name="p0y4" fmla="*/ 120 h 8445"/>
              <a:gd name="p0x5" fmla="*/ 4065 w 4065"/>
              <a:gd name="p0y5" fmla="*/ 8325 h 8445"/>
              <a:gd name="p0x6" fmla="*/ 4065 w 4065"/>
              <a:gd name="p0y6" fmla="*/ 8391 h 8445"/>
              <a:gd name="p0x7" fmla="*/ 4011 w 4065"/>
              <a:gd name="p0y7" fmla="*/ 8445 h 8445"/>
              <a:gd name="p0x8" fmla="*/ 3945 w 4065"/>
              <a:gd name="p0y8" fmla="*/ 8445 h 8445"/>
              <a:gd name="p0x9" fmla="*/ 120 w 4065"/>
              <a:gd name="p0y9" fmla="*/ 8445 h 8445"/>
              <a:gd name="p0x10" fmla="*/ 53 w 4065"/>
              <a:gd name="p0y10" fmla="*/ 8445 h 8445"/>
              <a:gd name="p0x11" fmla="*/ 0 w 4065"/>
              <a:gd name="p0y11" fmla="*/ 8391 h 8445"/>
              <a:gd name="p0x12" fmla="*/ 0 w 4065"/>
              <a:gd name="p0y12" fmla="*/ 8325 h 8445"/>
              <a:gd name="p0x13" fmla="*/ 0 w 4065"/>
              <a:gd name="p0y13" fmla="*/ 120 h 8445"/>
              <a:gd name="p0x14" fmla="*/ 0 w 4065"/>
              <a:gd name="p0y14" fmla="*/ 53 h 8445"/>
              <a:gd name="p0x15" fmla="*/ 53 w 4065"/>
              <a:gd name="p0y15" fmla="*/ 0 h 8445"/>
              <a:gd name="p0x16" fmla="*/ 120 w 4065"/>
              <a:gd name="p0y16" fmla="*/ 0 h 8445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FFFFF"/>
          </a:solidFill>
          <a:ln w="9525" cmpd="sng">
            <a:solidFill>
              <a:srgbClr val="C4E6F2"/>
            </a:solidFill>
            <a:prstDash val="solid"/>
          </a:ln>
          <a:effectLst>
            <a:outerShdw blurRad="285750" algn="ctr" rotWithShape="0">
              <a:srgbClr val="1B6095">
                <a:alpha val="12157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3" name="任意多边形 12"/>
          <p:cNvSpPr/>
          <p:nvPr>
            <p:custDataLst>
              <p:tags r:id="rId12"/>
            </p:custDataLst>
          </p:nvPr>
        </p:nvSpPr>
        <p:spPr>
          <a:xfrm>
            <a:off x="4438650" y="2309495"/>
            <a:ext cx="495300" cy="495300"/>
          </a:xfrm>
          <a:custGeom>
            <a:avLst/>
            <a:gdLst>
              <a:gd name="sw" fmla="*/ 1 w 780"/>
              <a:gd name="sh" fmla="*/ 1 h 780"/>
              <a:gd name="mins" fmla="min sw sh"/>
              <a:gd name="dsw" fmla="+- 0 sw mins"/>
              <a:gd name="dsh" fmla="+- 0 sh mins"/>
              <a:gd name="p0x0" fmla="*/ 120 w 780"/>
              <a:gd name="p0y0" fmla="*/ 0 h 780"/>
              <a:gd name="p0x1" fmla="*/ 660 w 780"/>
              <a:gd name="p0y1" fmla="*/ 0 h 780"/>
              <a:gd name="p0x2" fmla="*/ 726 w 780"/>
              <a:gd name="p0y2" fmla="*/ 0 h 780"/>
              <a:gd name="p0x3" fmla="*/ 780 w 780"/>
              <a:gd name="p0y3" fmla="*/ 53 h 780"/>
              <a:gd name="p0x4" fmla="*/ 780 w 780"/>
              <a:gd name="p0y4" fmla="*/ 120 h 780"/>
              <a:gd name="p0x5" fmla="*/ 780 w 780"/>
              <a:gd name="p0y5" fmla="*/ 660 h 780"/>
              <a:gd name="p0x6" fmla="*/ 780 w 780"/>
              <a:gd name="p0y6" fmla="*/ 726 h 780"/>
              <a:gd name="p0x7" fmla="*/ 726 w 780"/>
              <a:gd name="p0y7" fmla="*/ 780 h 780"/>
              <a:gd name="p0x8" fmla="*/ 660 w 780"/>
              <a:gd name="p0y8" fmla="*/ 780 h 780"/>
              <a:gd name="p0x9" fmla="*/ 120 w 780"/>
              <a:gd name="p0y9" fmla="*/ 780 h 780"/>
              <a:gd name="p0x10" fmla="*/ 53 w 780"/>
              <a:gd name="p0y10" fmla="*/ 780 h 780"/>
              <a:gd name="p0x11" fmla="*/ 0 w 780"/>
              <a:gd name="p0y11" fmla="*/ 726 h 780"/>
              <a:gd name="p0x12" fmla="*/ 0 w 780"/>
              <a:gd name="p0y12" fmla="*/ 660 h 780"/>
              <a:gd name="p0x13" fmla="*/ 0 w 780"/>
              <a:gd name="p0y13" fmla="*/ 120 h 780"/>
              <a:gd name="p0x14" fmla="*/ 0 w 780"/>
              <a:gd name="p0y14" fmla="*/ 53 h 780"/>
              <a:gd name="p0x15" fmla="*/ 53 w 780"/>
              <a:gd name="p0y15" fmla="*/ 0 h 780"/>
              <a:gd name="p0x16" fmla="*/ 120 w 780"/>
              <a:gd name="p0y16" fmla="*/ 0 h 78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DCECF5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14" name="图片 13" descr="0b5b4988-918a-11f1-bd52-929055f9dc0d"/>
          <p:cNvPicPr/>
          <p:nvPr>
            <p:custDataLst>
              <p:tags r:id="rId13"/>
            </p:custDataLst>
          </p:nvPr>
        </p:nvPicPr>
        <p:blipFill>
          <a:blip r:embed="rId14"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rcRect t="-104" b="104"/>
          <a:stretch>
            <a:fillRect/>
          </a:stretch>
        </p:blipFill>
        <p:spPr>
          <a:xfrm>
            <a:off x="4533900" y="2404745"/>
            <a:ext cx="304800" cy="304800"/>
          </a:xfrm>
          <a:prstGeom prst="rect">
            <a:avLst/>
          </a:prstGeom>
        </p:spPr>
      </p:pic>
      <p:sp>
        <p:nvSpPr>
          <p:cNvPr id="16" name="文本框 15"/>
          <p:cNvSpPr txBox="1"/>
          <p:nvPr>
            <p:custDataLst>
              <p:tags r:id="rId16"/>
            </p:custDataLst>
          </p:nvPr>
        </p:nvSpPr>
        <p:spPr>
          <a:xfrm>
            <a:off x="3732162" y="2979420"/>
            <a:ext cx="1908277" cy="36576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ctr">
              <a:lnSpc>
                <a:spcPct val="104000"/>
              </a:lnSpc>
            </a:pPr>
            <a:r>
              <a:rPr sz="2100" b="1" spc="42">
                <a:solidFill>
                  <a:srgbClr val="00557B"/>
                </a:solidFill>
                <a:latin typeface="Microsoft YaHei" panose="020B0503020204020204" charset="-122"/>
                <a:ea typeface="Microsoft YaHei" panose="020B0503020204020204" charset="-122"/>
              </a:rPr>
              <a:t>PropelQuote</a:t>
            </a:r>
            <a:endParaRPr sz="2100" b="1" spc="42">
              <a:solidFill>
                <a:srgbClr val="00557B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17" name="任意多边形 16"/>
          <p:cNvSpPr/>
          <p:nvPr>
            <p:custDataLst>
              <p:tags r:id="rId17"/>
            </p:custDataLst>
          </p:nvPr>
        </p:nvSpPr>
        <p:spPr>
          <a:xfrm>
            <a:off x="4495800" y="3700145"/>
            <a:ext cx="381000" cy="28575"/>
          </a:xfrm>
          <a:custGeom>
            <a:avLst/>
            <a:gdLst>
              <a:gd name="sw" fmla="*/ 1 w 600"/>
              <a:gd name="sh" fmla="*/ 1 h 45"/>
              <a:gd name="mins" fmla="min sw sh"/>
              <a:gd name="dsw" fmla="+- 0 sw mins"/>
              <a:gd name="dsh" fmla="+- 0 sh mins"/>
              <a:gd name="p0x0" fmla="*/ 22 w 600"/>
              <a:gd name="p0y0" fmla="*/ 0 h 45"/>
              <a:gd name="p0x1" fmla="*/ 577 w 600"/>
              <a:gd name="p0y1" fmla="*/ 0 h 45"/>
              <a:gd name="p0x2" fmla="*/ 589 w 600"/>
              <a:gd name="p0y2" fmla="*/ 0 h 45"/>
              <a:gd name="p0x3" fmla="*/ 600 w 600"/>
              <a:gd name="p0y3" fmla="*/ 10 h 45"/>
              <a:gd name="p0x4" fmla="*/ 600 w 600"/>
              <a:gd name="p0y4" fmla="*/ 22 h 45"/>
              <a:gd name="p0x5" fmla="*/ 600 w 600"/>
              <a:gd name="p0y5" fmla="*/ 34 h 45"/>
              <a:gd name="p0x6" fmla="*/ 589 w 600"/>
              <a:gd name="p0y6" fmla="*/ 45 h 45"/>
              <a:gd name="p0x7" fmla="*/ 577 w 600"/>
              <a:gd name="p0y7" fmla="*/ 45 h 45"/>
              <a:gd name="p0x8" fmla="*/ 22 w 600"/>
              <a:gd name="p0y8" fmla="*/ 45 h 45"/>
              <a:gd name="p0x9" fmla="*/ 10 w 600"/>
              <a:gd name="p0y9" fmla="*/ 45 h 45"/>
              <a:gd name="p0x10" fmla="*/ 0 w 600"/>
              <a:gd name="p0y10" fmla="*/ 34 h 45"/>
              <a:gd name="p0x11" fmla="*/ 0 w 600"/>
              <a:gd name="p0y11" fmla="*/ 22 h 45"/>
              <a:gd name="p0x12" fmla="*/ 0 w 600"/>
              <a:gd name="p0y12" fmla="*/ 10 h 45"/>
              <a:gd name="p0x13" fmla="*/ 10 w 600"/>
              <a:gd name="p0y13" fmla="*/ 0 h 45"/>
              <a:gd name="p0x14" fmla="*/ 22 w 600"/>
              <a:gd name="p0y14" fmla="*/ 0 h 45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cubicBezTo>
                  <a:pt x="p0x5" y="p0y5"/>
                  <a:pt x="p0x6" y="p0y6"/>
                  <a:pt x="p0x7" y="p0y7"/>
                </a:cubicBezTo>
                <a:lnTo>
                  <a:pt x="p0x8" y="p0y8"/>
                </a:lnTo>
                <a:cubicBezTo>
                  <a:pt x="p0x9" y="p0y9"/>
                  <a:pt x="p0x10" y="p0y10"/>
                  <a:pt x="p0x11" y="p0y11"/>
                </a:cubicBezTo>
                <a:cubicBezTo>
                  <a:pt x="p0x12" y="p0y12"/>
                  <a:pt x="p0x13" y="p0y13"/>
                  <a:pt x="p0x14" y="p0y14"/>
                </a:cubicBezTo>
                <a:close/>
              </a:path>
            </a:pathLst>
          </a:custGeom>
          <a:solidFill>
            <a:srgbClr val="1B6095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8" name="文本框 17"/>
          <p:cNvSpPr txBox="1"/>
          <p:nvPr>
            <p:custDataLst>
              <p:tags r:id="rId18"/>
            </p:custDataLst>
          </p:nvPr>
        </p:nvSpPr>
        <p:spPr>
          <a:xfrm>
            <a:off x="4152900" y="3905250"/>
            <a:ext cx="952500" cy="6334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ctr">
              <a:lnSpc>
                <a:spcPct val="133000"/>
              </a:lnSpc>
            </a:pPr>
            <a:r>
              <a:rPr sz="1500">
                <a:solidFill>
                  <a:srgbClr val="356B84"/>
                </a:solidFill>
                <a:latin typeface="Microsoft YaHei" panose="020B0503020204020204" charset="-122"/>
                <a:ea typeface="Microsoft YaHei" panose="020B0503020204020204" charset="-122"/>
              </a:rPr>
              <a:t>协作体验流畅</a:t>
            </a:r>
            <a:endParaRPr sz="1500">
              <a:solidFill>
                <a:srgbClr val="356B84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19" name="文本框 18"/>
          <p:cNvSpPr txBox="1"/>
          <p:nvPr>
            <p:custDataLst>
              <p:tags r:id="rId19"/>
            </p:custDataLst>
          </p:nvPr>
        </p:nvSpPr>
        <p:spPr>
          <a:xfrm>
            <a:off x="4017540" y="4704397"/>
            <a:ext cx="1200226" cy="571471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ctr">
              <a:lnSpc>
                <a:spcPct val="133000"/>
              </a:lnSpc>
            </a:pPr>
            <a:r>
              <a:rPr sz="1350">
                <a:solidFill>
                  <a:srgbClr val="00557B"/>
                </a:solidFill>
                <a:latin typeface="Microsoft YaHei" panose="020B0503020204020204" charset="-122"/>
                <a:ea typeface="Microsoft YaHei" panose="020B0503020204020204" charset="-122"/>
              </a:rPr>
              <a:t>安全合规投入不足</a:t>
            </a:r>
            <a:endParaRPr sz="1350">
              <a:solidFill>
                <a:srgbClr val="00557B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20" name="任意多边形 19"/>
          <p:cNvSpPr/>
          <p:nvPr>
            <p:custDataLst>
              <p:tags r:id="rId20"/>
            </p:custDataLst>
          </p:nvPr>
        </p:nvSpPr>
        <p:spPr>
          <a:xfrm>
            <a:off x="6214745" y="1109345"/>
            <a:ext cx="2581275" cy="5362575"/>
          </a:xfrm>
          <a:custGeom>
            <a:avLst/>
            <a:gdLst>
              <a:gd name="sw" fmla="*/ 1 w 4065"/>
              <a:gd name="sh" fmla="*/ 1 h 8445"/>
              <a:gd name="mins" fmla="min sw sh"/>
              <a:gd name="dsw" fmla="+- 0 sw mins"/>
              <a:gd name="dsh" fmla="+- 0 sh mins"/>
              <a:gd name="p0x0" fmla="*/ 120 w 4065"/>
              <a:gd name="p0y0" fmla="*/ 0 h 8445"/>
              <a:gd name="p0x1" fmla="*/ 3945 w 4065"/>
              <a:gd name="p0y1" fmla="*/ 0 h 8445"/>
              <a:gd name="p0x2" fmla="*/ 4011 w 4065"/>
              <a:gd name="p0y2" fmla="*/ 0 h 8445"/>
              <a:gd name="p0x3" fmla="*/ 4065 w 4065"/>
              <a:gd name="p0y3" fmla="*/ 53 h 8445"/>
              <a:gd name="p0x4" fmla="*/ 4065 w 4065"/>
              <a:gd name="p0y4" fmla="*/ 120 h 8445"/>
              <a:gd name="p0x5" fmla="*/ 4065 w 4065"/>
              <a:gd name="p0y5" fmla="*/ 8325 h 8445"/>
              <a:gd name="p0x6" fmla="*/ 4065 w 4065"/>
              <a:gd name="p0y6" fmla="*/ 8391 h 8445"/>
              <a:gd name="p0x7" fmla="*/ 4011 w 4065"/>
              <a:gd name="p0y7" fmla="*/ 8445 h 8445"/>
              <a:gd name="p0x8" fmla="*/ 3945 w 4065"/>
              <a:gd name="p0y8" fmla="*/ 8445 h 8445"/>
              <a:gd name="p0x9" fmla="*/ 120 w 4065"/>
              <a:gd name="p0y9" fmla="*/ 8445 h 8445"/>
              <a:gd name="p0x10" fmla="*/ 53 w 4065"/>
              <a:gd name="p0y10" fmla="*/ 8445 h 8445"/>
              <a:gd name="p0x11" fmla="*/ 0 w 4065"/>
              <a:gd name="p0y11" fmla="*/ 8391 h 8445"/>
              <a:gd name="p0x12" fmla="*/ 0 w 4065"/>
              <a:gd name="p0y12" fmla="*/ 8325 h 8445"/>
              <a:gd name="p0x13" fmla="*/ 0 w 4065"/>
              <a:gd name="p0y13" fmla="*/ 120 h 8445"/>
              <a:gd name="p0x14" fmla="*/ 0 w 4065"/>
              <a:gd name="p0y14" fmla="*/ 53 h 8445"/>
              <a:gd name="p0x15" fmla="*/ 53 w 4065"/>
              <a:gd name="p0y15" fmla="*/ 0 h 8445"/>
              <a:gd name="p0x16" fmla="*/ 120 w 4065"/>
              <a:gd name="p0y16" fmla="*/ 0 h 8445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FFFFF"/>
          </a:solidFill>
          <a:ln w="9525" cmpd="sng">
            <a:solidFill>
              <a:srgbClr val="C4E6F2"/>
            </a:solidFill>
            <a:prstDash val="solid"/>
          </a:ln>
          <a:effectLst>
            <a:outerShdw blurRad="285750" algn="ctr" rotWithShape="0">
              <a:srgbClr val="1B6095">
                <a:alpha val="12157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1" name="任意多边形 20"/>
          <p:cNvSpPr/>
          <p:nvPr>
            <p:custDataLst>
              <p:tags r:id="rId21"/>
            </p:custDataLst>
          </p:nvPr>
        </p:nvSpPr>
        <p:spPr>
          <a:xfrm>
            <a:off x="7258050" y="2309495"/>
            <a:ext cx="495300" cy="495300"/>
          </a:xfrm>
          <a:custGeom>
            <a:avLst/>
            <a:gdLst>
              <a:gd name="sw" fmla="*/ 1 w 780"/>
              <a:gd name="sh" fmla="*/ 1 h 780"/>
              <a:gd name="mins" fmla="min sw sh"/>
              <a:gd name="dsw" fmla="+- 0 sw mins"/>
              <a:gd name="dsh" fmla="+- 0 sh mins"/>
              <a:gd name="p0x0" fmla="*/ 120 w 780"/>
              <a:gd name="p0y0" fmla="*/ 0 h 780"/>
              <a:gd name="p0x1" fmla="*/ 660 w 780"/>
              <a:gd name="p0y1" fmla="*/ 0 h 780"/>
              <a:gd name="p0x2" fmla="*/ 726 w 780"/>
              <a:gd name="p0y2" fmla="*/ 0 h 780"/>
              <a:gd name="p0x3" fmla="*/ 780 w 780"/>
              <a:gd name="p0y3" fmla="*/ 53 h 780"/>
              <a:gd name="p0x4" fmla="*/ 780 w 780"/>
              <a:gd name="p0y4" fmla="*/ 120 h 780"/>
              <a:gd name="p0x5" fmla="*/ 780 w 780"/>
              <a:gd name="p0y5" fmla="*/ 660 h 780"/>
              <a:gd name="p0x6" fmla="*/ 780 w 780"/>
              <a:gd name="p0y6" fmla="*/ 726 h 780"/>
              <a:gd name="p0x7" fmla="*/ 726 w 780"/>
              <a:gd name="p0y7" fmla="*/ 780 h 780"/>
              <a:gd name="p0x8" fmla="*/ 660 w 780"/>
              <a:gd name="p0y8" fmla="*/ 780 h 780"/>
              <a:gd name="p0x9" fmla="*/ 120 w 780"/>
              <a:gd name="p0y9" fmla="*/ 780 h 780"/>
              <a:gd name="p0x10" fmla="*/ 53 w 780"/>
              <a:gd name="p0y10" fmla="*/ 780 h 780"/>
              <a:gd name="p0x11" fmla="*/ 0 w 780"/>
              <a:gd name="p0y11" fmla="*/ 726 h 780"/>
              <a:gd name="p0x12" fmla="*/ 0 w 780"/>
              <a:gd name="p0y12" fmla="*/ 660 h 780"/>
              <a:gd name="p0x13" fmla="*/ 0 w 780"/>
              <a:gd name="p0y13" fmla="*/ 120 h 780"/>
              <a:gd name="p0x14" fmla="*/ 0 w 780"/>
              <a:gd name="p0y14" fmla="*/ 53 h 780"/>
              <a:gd name="p0x15" fmla="*/ 53 w 780"/>
              <a:gd name="p0y15" fmla="*/ 0 h 780"/>
              <a:gd name="p0x16" fmla="*/ 120 w 780"/>
              <a:gd name="p0y16" fmla="*/ 0 h 78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DCECF5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22" name="图片 21" descr="0b5b4980-918a-11f1-bd52-929055f9dc0d"/>
          <p:cNvPicPr/>
          <p:nvPr>
            <p:custDataLst>
              <p:tags r:id="rId22"/>
            </p:custDataLst>
          </p:nvPr>
        </p:nvPicPr>
        <p:blipFill>
          <a:blip r:embed="rId23">
            <a:extLst>
              <a:ext uri="{96DAC541-7B7A-43D3-8B79-37D633B846F1}">
                <asvg:svgBlip xmlns:asvg="http://schemas.microsoft.com/office/drawing/2016/SVG/main" r:embed="rId24"/>
              </a:ext>
            </a:extLst>
          </a:blip>
          <a:srcRect t="-104" b="104"/>
          <a:stretch>
            <a:fillRect/>
          </a:stretch>
        </p:blipFill>
        <p:spPr>
          <a:xfrm>
            <a:off x="7353300" y="2404745"/>
            <a:ext cx="304800" cy="304800"/>
          </a:xfrm>
          <a:prstGeom prst="rect">
            <a:avLst/>
          </a:prstGeom>
        </p:spPr>
      </p:pic>
      <p:sp>
        <p:nvSpPr>
          <p:cNvPr id="24" name="文本框 23"/>
          <p:cNvSpPr txBox="1"/>
          <p:nvPr>
            <p:custDataLst>
              <p:tags r:id="rId25"/>
            </p:custDataLst>
          </p:nvPr>
        </p:nvSpPr>
        <p:spPr>
          <a:xfrm>
            <a:off x="6819157" y="2979420"/>
            <a:ext cx="1373010" cy="69913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ctr">
              <a:lnSpc>
                <a:spcPct val="104000"/>
              </a:lnSpc>
            </a:pPr>
            <a:r>
              <a:rPr sz="2100" b="1" spc="42">
                <a:solidFill>
                  <a:srgbClr val="00557B"/>
                </a:solidFill>
                <a:latin typeface="Microsoft YaHei" panose="020B0503020204020204" charset="-122"/>
                <a:ea typeface="Microsoft YaHei" panose="020B0503020204020204" charset="-122"/>
              </a:rPr>
              <a:t>SalesPitch Genie</a:t>
            </a:r>
            <a:endParaRPr sz="2100" b="1" spc="42">
              <a:solidFill>
                <a:srgbClr val="00557B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25" name="任意多边形 24"/>
          <p:cNvSpPr/>
          <p:nvPr>
            <p:custDataLst>
              <p:tags r:id="rId26"/>
            </p:custDataLst>
          </p:nvPr>
        </p:nvSpPr>
        <p:spPr>
          <a:xfrm>
            <a:off x="7315200" y="3700145"/>
            <a:ext cx="381000" cy="28575"/>
          </a:xfrm>
          <a:custGeom>
            <a:avLst/>
            <a:gdLst>
              <a:gd name="sw" fmla="*/ 1 w 600"/>
              <a:gd name="sh" fmla="*/ 1 h 45"/>
              <a:gd name="mins" fmla="min sw sh"/>
              <a:gd name="dsw" fmla="+- 0 sw mins"/>
              <a:gd name="dsh" fmla="+- 0 sh mins"/>
              <a:gd name="p0x0" fmla="*/ 22 w 600"/>
              <a:gd name="p0y0" fmla="*/ 0 h 45"/>
              <a:gd name="p0x1" fmla="*/ 577 w 600"/>
              <a:gd name="p0y1" fmla="*/ 0 h 45"/>
              <a:gd name="p0x2" fmla="*/ 589 w 600"/>
              <a:gd name="p0y2" fmla="*/ 0 h 45"/>
              <a:gd name="p0x3" fmla="*/ 600 w 600"/>
              <a:gd name="p0y3" fmla="*/ 10 h 45"/>
              <a:gd name="p0x4" fmla="*/ 600 w 600"/>
              <a:gd name="p0y4" fmla="*/ 22 h 45"/>
              <a:gd name="p0x5" fmla="*/ 600 w 600"/>
              <a:gd name="p0y5" fmla="*/ 34 h 45"/>
              <a:gd name="p0x6" fmla="*/ 589 w 600"/>
              <a:gd name="p0y6" fmla="*/ 45 h 45"/>
              <a:gd name="p0x7" fmla="*/ 577 w 600"/>
              <a:gd name="p0y7" fmla="*/ 45 h 45"/>
              <a:gd name="p0x8" fmla="*/ 22 w 600"/>
              <a:gd name="p0y8" fmla="*/ 45 h 45"/>
              <a:gd name="p0x9" fmla="*/ 10 w 600"/>
              <a:gd name="p0y9" fmla="*/ 45 h 45"/>
              <a:gd name="p0x10" fmla="*/ 0 w 600"/>
              <a:gd name="p0y10" fmla="*/ 34 h 45"/>
              <a:gd name="p0x11" fmla="*/ 0 w 600"/>
              <a:gd name="p0y11" fmla="*/ 22 h 45"/>
              <a:gd name="p0x12" fmla="*/ 0 w 600"/>
              <a:gd name="p0y12" fmla="*/ 10 h 45"/>
              <a:gd name="p0x13" fmla="*/ 10 w 600"/>
              <a:gd name="p0y13" fmla="*/ 0 h 45"/>
              <a:gd name="p0x14" fmla="*/ 22 w 600"/>
              <a:gd name="p0y14" fmla="*/ 0 h 45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cubicBezTo>
                  <a:pt x="p0x5" y="p0y5"/>
                  <a:pt x="p0x6" y="p0y6"/>
                  <a:pt x="p0x7" y="p0y7"/>
                </a:cubicBezTo>
                <a:lnTo>
                  <a:pt x="p0x8" y="p0y8"/>
                </a:lnTo>
                <a:cubicBezTo>
                  <a:pt x="p0x9" y="p0y9"/>
                  <a:pt x="p0x10" y="p0y10"/>
                  <a:pt x="p0x11" y="p0y11"/>
                </a:cubicBezTo>
                <a:cubicBezTo>
                  <a:pt x="p0x12" y="p0y12"/>
                  <a:pt x="p0x13" y="p0y13"/>
                  <a:pt x="p0x14" y="p0y14"/>
                </a:cubicBezTo>
                <a:close/>
              </a:path>
            </a:pathLst>
          </a:custGeom>
          <a:solidFill>
            <a:srgbClr val="1B6095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6" name="文本框 25"/>
          <p:cNvSpPr txBox="1"/>
          <p:nvPr>
            <p:custDataLst>
              <p:tags r:id="rId27"/>
            </p:custDataLst>
          </p:nvPr>
        </p:nvSpPr>
        <p:spPr>
          <a:xfrm>
            <a:off x="6837759" y="3905250"/>
            <a:ext cx="1196950" cy="6334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ctr">
              <a:lnSpc>
                <a:spcPct val="133000"/>
              </a:lnSpc>
            </a:pPr>
            <a:r>
              <a:rPr lang="en-US" sz="1500">
                <a:solidFill>
                  <a:srgbClr val="356B84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AI </a:t>
            </a:r>
            <a:r>
              <a:rPr lang="zh-CN" sz="1500">
                <a:solidFill>
                  <a:srgbClr val="356B84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话术生成突出</a:t>
            </a:r>
            <a:endParaRPr lang="zh-CN" sz="1500">
              <a:solidFill>
                <a:srgbClr val="356B84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</a:endParaRPr>
          </a:p>
        </p:txBody>
      </p:sp>
      <p:sp>
        <p:nvSpPr>
          <p:cNvPr id="27" name="文本框 26"/>
          <p:cNvSpPr txBox="1"/>
          <p:nvPr>
            <p:custDataLst>
              <p:tags r:id="rId28"/>
            </p:custDataLst>
          </p:nvPr>
        </p:nvSpPr>
        <p:spPr>
          <a:xfrm>
            <a:off x="6823101" y="4704397"/>
            <a:ext cx="1200226" cy="571471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ctr">
              <a:lnSpc>
                <a:spcPct val="133000"/>
              </a:lnSpc>
            </a:pPr>
            <a:r>
              <a:rPr lang="zh-CN" altLang="en-US" sz="1350">
                <a:solidFill>
                  <a:srgbClr val="00557B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缺乏实时协作与</a:t>
            </a:r>
            <a:r>
              <a:rPr lang="en-US" altLang="zh-CN" sz="1350">
                <a:solidFill>
                  <a:srgbClr val="00557B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 MFA</a:t>
            </a:r>
            <a:endParaRPr lang="en-US" altLang="zh-CN" sz="1350">
              <a:solidFill>
                <a:srgbClr val="00557B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</a:endParaRPr>
          </a:p>
        </p:txBody>
      </p:sp>
      <p:sp>
        <p:nvSpPr>
          <p:cNvPr id="28" name="任意多边形 27"/>
          <p:cNvSpPr/>
          <p:nvPr>
            <p:custDataLst>
              <p:tags r:id="rId29"/>
            </p:custDataLst>
          </p:nvPr>
        </p:nvSpPr>
        <p:spPr>
          <a:xfrm>
            <a:off x="9034145" y="1109345"/>
            <a:ext cx="2581275" cy="5362575"/>
          </a:xfrm>
          <a:custGeom>
            <a:avLst/>
            <a:gdLst>
              <a:gd name="sw" fmla="*/ 1 w 4065"/>
              <a:gd name="sh" fmla="*/ 1 h 8445"/>
              <a:gd name="mins" fmla="min sw sh"/>
              <a:gd name="dsw" fmla="+- 0 sw mins"/>
              <a:gd name="dsh" fmla="+- 0 sh mins"/>
              <a:gd name="p0x0" fmla="*/ 120 w 4065"/>
              <a:gd name="p0y0" fmla="*/ 0 h 8445"/>
              <a:gd name="p0x1" fmla="*/ 3945 w 4065"/>
              <a:gd name="p0y1" fmla="*/ 0 h 8445"/>
              <a:gd name="p0x2" fmla="*/ 4011 w 4065"/>
              <a:gd name="p0y2" fmla="*/ 0 h 8445"/>
              <a:gd name="p0x3" fmla="*/ 4065 w 4065"/>
              <a:gd name="p0y3" fmla="*/ 53 h 8445"/>
              <a:gd name="p0x4" fmla="*/ 4065 w 4065"/>
              <a:gd name="p0y4" fmla="*/ 120 h 8445"/>
              <a:gd name="p0x5" fmla="*/ 4065 w 4065"/>
              <a:gd name="p0y5" fmla="*/ 8325 h 8445"/>
              <a:gd name="p0x6" fmla="*/ 4065 w 4065"/>
              <a:gd name="p0y6" fmla="*/ 8391 h 8445"/>
              <a:gd name="p0x7" fmla="*/ 4011 w 4065"/>
              <a:gd name="p0y7" fmla="*/ 8445 h 8445"/>
              <a:gd name="p0x8" fmla="*/ 3945 w 4065"/>
              <a:gd name="p0y8" fmla="*/ 8445 h 8445"/>
              <a:gd name="p0x9" fmla="*/ 120 w 4065"/>
              <a:gd name="p0y9" fmla="*/ 8445 h 8445"/>
              <a:gd name="p0x10" fmla="*/ 53 w 4065"/>
              <a:gd name="p0y10" fmla="*/ 8445 h 8445"/>
              <a:gd name="p0x11" fmla="*/ 0 w 4065"/>
              <a:gd name="p0y11" fmla="*/ 8391 h 8445"/>
              <a:gd name="p0x12" fmla="*/ 0 w 4065"/>
              <a:gd name="p0y12" fmla="*/ 8325 h 8445"/>
              <a:gd name="p0x13" fmla="*/ 0 w 4065"/>
              <a:gd name="p0y13" fmla="*/ 120 h 8445"/>
              <a:gd name="p0x14" fmla="*/ 0 w 4065"/>
              <a:gd name="p0y14" fmla="*/ 53 h 8445"/>
              <a:gd name="p0x15" fmla="*/ 53 w 4065"/>
              <a:gd name="p0y15" fmla="*/ 0 h 8445"/>
              <a:gd name="p0x16" fmla="*/ 120 w 4065"/>
              <a:gd name="p0y16" fmla="*/ 0 h 8445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FFFFF"/>
          </a:solidFill>
          <a:ln w="9525" cmpd="sng">
            <a:solidFill>
              <a:srgbClr val="C4E6F2"/>
            </a:solidFill>
            <a:prstDash val="solid"/>
          </a:ln>
          <a:effectLst>
            <a:outerShdw blurRad="285750" algn="ctr" rotWithShape="0">
              <a:srgbClr val="1B6095">
                <a:alpha val="12157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9" name="任意多边形 28"/>
          <p:cNvSpPr/>
          <p:nvPr>
            <p:custDataLst>
              <p:tags r:id="rId30"/>
            </p:custDataLst>
          </p:nvPr>
        </p:nvSpPr>
        <p:spPr>
          <a:xfrm>
            <a:off x="10077450" y="2309495"/>
            <a:ext cx="495300" cy="495300"/>
          </a:xfrm>
          <a:custGeom>
            <a:avLst/>
            <a:gdLst>
              <a:gd name="sw" fmla="*/ 1 w 780"/>
              <a:gd name="sh" fmla="*/ 1 h 780"/>
              <a:gd name="mins" fmla="min sw sh"/>
              <a:gd name="dsw" fmla="+- 0 sw mins"/>
              <a:gd name="dsh" fmla="+- 0 sh mins"/>
              <a:gd name="p0x0" fmla="*/ 120 w 780"/>
              <a:gd name="p0y0" fmla="*/ 0 h 780"/>
              <a:gd name="p0x1" fmla="*/ 660 w 780"/>
              <a:gd name="p0y1" fmla="*/ 0 h 780"/>
              <a:gd name="p0x2" fmla="*/ 726 w 780"/>
              <a:gd name="p0y2" fmla="*/ 0 h 780"/>
              <a:gd name="p0x3" fmla="*/ 780 w 780"/>
              <a:gd name="p0y3" fmla="*/ 53 h 780"/>
              <a:gd name="p0x4" fmla="*/ 780 w 780"/>
              <a:gd name="p0y4" fmla="*/ 120 h 780"/>
              <a:gd name="p0x5" fmla="*/ 780 w 780"/>
              <a:gd name="p0y5" fmla="*/ 660 h 780"/>
              <a:gd name="p0x6" fmla="*/ 780 w 780"/>
              <a:gd name="p0y6" fmla="*/ 726 h 780"/>
              <a:gd name="p0x7" fmla="*/ 726 w 780"/>
              <a:gd name="p0y7" fmla="*/ 780 h 780"/>
              <a:gd name="p0x8" fmla="*/ 660 w 780"/>
              <a:gd name="p0y8" fmla="*/ 780 h 780"/>
              <a:gd name="p0x9" fmla="*/ 120 w 780"/>
              <a:gd name="p0y9" fmla="*/ 780 h 780"/>
              <a:gd name="p0x10" fmla="*/ 53 w 780"/>
              <a:gd name="p0y10" fmla="*/ 780 h 780"/>
              <a:gd name="p0x11" fmla="*/ 0 w 780"/>
              <a:gd name="p0y11" fmla="*/ 726 h 780"/>
              <a:gd name="p0x12" fmla="*/ 0 w 780"/>
              <a:gd name="p0y12" fmla="*/ 660 h 780"/>
              <a:gd name="p0x13" fmla="*/ 0 w 780"/>
              <a:gd name="p0y13" fmla="*/ 120 h 780"/>
              <a:gd name="p0x14" fmla="*/ 0 w 780"/>
              <a:gd name="p0y14" fmla="*/ 53 h 780"/>
              <a:gd name="p0x15" fmla="*/ 53 w 780"/>
              <a:gd name="p0y15" fmla="*/ 0 h 780"/>
              <a:gd name="p0x16" fmla="*/ 120 w 780"/>
              <a:gd name="p0y16" fmla="*/ 0 h 78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DCECF5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30" name="图片 29" descr="0b5b49fa-918a-11f1-bd52-929055f9dc0d"/>
          <p:cNvPicPr/>
          <p:nvPr>
            <p:custDataLst>
              <p:tags r:id="rId31"/>
            </p:custDataLst>
          </p:nvPr>
        </p:nvPicPr>
        <p:blipFill>
          <a:blip r:embed="rId32">
            <a:extLst>
              <a:ext uri="{96DAC541-7B7A-43D3-8B79-37D633B846F1}">
                <asvg:svgBlip xmlns:asvg="http://schemas.microsoft.com/office/drawing/2016/SVG/main" r:embed="rId33"/>
              </a:ext>
            </a:extLst>
          </a:blip>
          <a:srcRect t="-104" b="104"/>
          <a:stretch>
            <a:fillRect/>
          </a:stretch>
        </p:blipFill>
        <p:spPr>
          <a:xfrm>
            <a:off x="10172700" y="2404745"/>
            <a:ext cx="304800" cy="304800"/>
          </a:xfrm>
          <a:prstGeom prst="rect">
            <a:avLst/>
          </a:prstGeom>
        </p:spPr>
      </p:pic>
      <p:sp>
        <p:nvSpPr>
          <p:cNvPr id="32" name="文本框 31"/>
          <p:cNvSpPr txBox="1"/>
          <p:nvPr>
            <p:custDataLst>
              <p:tags r:id="rId34"/>
            </p:custDataLst>
          </p:nvPr>
        </p:nvSpPr>
        <p:spPr>
          <a:xfrm>
            <a:off x="9667270" y="2980373"/>
            <a:ext cx="1315650" cy="597218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ctr">
              <a:lnSpc>
                <a:spcPct val="104000"/>
              </a:lnSpc>
            </a:pPr>
            <a:r>
              <a:rPr b="1" spc="22">
                <a:solidFill>
                  <a:srgbClr val="00557B"/>
                </a:solidFill>
                <a:latin typeface="Microsoft YaHei" panose="020B0503020204020204" charset="-122"/>
                <a:ea typeface="Microsoft YaHei" panose="020B0503020204020204" charset="-122"/>
              </a:rPr>
              <a:t>Proposify / PandaDoc</a:t>
            </a:r>
            <a:endParaRPr b="1" spc="22">
              <a:solidFill>
                <a:srgbClr val="00557B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33" name="任意多边形 32"/>
          <p:cNvSpPr/>
          <p:nvPr>
            <p:custDataLst>
              <p:tags r:id="rId35"/>
            </p:custDataLst>
          </p:nvPr>
        </p:nvSpPr>
        <p:spPr>
          <a:xfrm>
            <a:off x="10134600" y="3700145"/>
            <a:ext cx="381000" cy="28575"/>
          </a:xfrm>
          <a:custGeom>
            <a:avLst/>
            <a:gdLst>
              <a:gd name="sw" fmla="*/ 1 w 600"/>
              <a:gd name="sh" fmla="*/ 1 h 45"/>
              <a:gd name="mins" fmla="min sw sh"/>
              <a:gd name="dsw" fmla="+- 0 sw mins"/>
              <a:gd name="dsh" fmla="+- 0 sh mins"/>
              <a:gd name="p0x0" fmla="*/ 22 w 600"/>
              <a:gd name="p0y0" fmla="*/ 0 h 45"/>
              <a:gd name="p0x1" fmla="*/ 577 w 600"/>
              <a:gd name="p0y1" fmla="*/ 0 h 45"/>
              <a:gd name="p0x2" fmla="*/ 589 w 600"/>
              <a:gd name="p0y2" fmla="*/ 0 h 45"/>
              <a:gd name="p0x3" fmla="*/ 600 w 600"/>
              <a:gd name="p0y3" fmla="*/ 10 h 45"/>
              <a:gd name="p0x4" fmla="*/ 600 w 600"/>
              <a:gd name="p0y4" fmla="*/ 22 h 45"/>
              <a:gd name="p0x5" fmla="*/ 600 w 600"/>
              <a:gd name="p0y5" fmla="*/ 34 h 45"/>
              <a:gd name="p0x6" fmla="*/ 589 w 600"/>
              <a:gd name="p0y6" fmla="*/ 45 h 45"/>
              <a:gd name="p0x7" fmla="*/ 577 w 600"/>
              <a:gd name="p0y7" fmla="*/ 45 h 45"/>
              <a:gd name="p0x8" fmla="*/ 22 w 600"/>
              <a:gd name="p0y8" fmla="*/ 45 h 45"/>
              <a:gd name="p0x9" fmla="*/ 10 w 600"/>
              <a:gd name="p0y9" fmla="*/ 45 h 45"/>
              <a:gd name="p0x10" fmla="*/ 0 w 600"/>
              <a:gd name="p0y10" fmla="*/ 34 h 45"/>
              <a:gd name="p0x11" fmla="*/ 0 w 600"/>
              <a:gd name="p0y11" fmla="*/ 22 h 45"/>
              <a:gd name="p0x12" fmla="*/ 0 w 600"/>
              <a:gd name="p0y12" fmla="*/ 10 h 45"/>
              <a:gd name="p0x13" fmla="*/ 10 w 600"/>
              <a:gd name="p0y13" fmla="*/ 0 h 45"/>
              <a:gd name="p0x14" fmla="*/ 22 w 600"/>
              <a:gd name="p0y14" fmla="*/ 0 h 45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cubicBezTo>
                  <a:pt x="p0x5" y="p0y5"/>
                  <a:pt x="p0x6" y="p0y6"/>
                  <a:pt x="p0x7" y="p0y7"/>
                </a:cubicBezTo>
                <a:lnTo>
                  <a:pt x="p0x8" y="p0y8"/>
                </a:lnTo>
                <a:cubicBezTo>
                  <a:pt x="p0x9" y="p0y9"/>
                  <a:pt x="p0x10" y="p0y10"/>
                  <a:pt x="p0x11" y="p0y11"/>
                </a:cubicBezTo>
                <a:cubicBezTo>
                  <a:pt x="p0x12" y="p0y12"/>
                  <a:pt x="p0x13" y="p0y13"/>
                  <a:pt x="p0x14" y="p0y14"/>
                </a:cubicBezTo>
                <a:close/>
              </a:path>
            </a:pathLst>
          </a:custGeom>
          <a:solidFill>
            <a:srgbClr val="1B6095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4" name="文本框 33"/>
          <p:cNvSpPr txBox="1"/>
          <p:nvPr>
            <p:custDataLst>
              <p:tags r:id="rId36"/>
            </p:custDataLst>
          </p:nvPr>
        </p:nvSpPr>
        <p:spPr>
          <a:xfrm>
            <a:off x="9263063" y="3905250"/>
            <a:ext cx="1905000" cy="6334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ctr">
              <a:lnSpc>
                <a:spcPct val="133000"/>
              </a:lnSpc>
            </a:pPr>
            <a:r>
              <a:rPr lang="zh-CN" altLang="en-US" sz="1500">
                <a:solidFill>
                  <a:srgbClr val="356B84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成熟模板生态与电子签名，</a:t>
            </a:r>
            <a:r>
              <a:rPr lang="en-US" altLang="zh-CN" sz="1500">
                <a:solidFill>
                  <a:srgbClr val="356B84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G2 </a:t>
            </a:r>
            <a:r>
              <a:rPr lang="zh-CN" altLang="en-US" sz="1500">
                <a:solidFill>
                  <a:srgbClr val="356B84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排名领先</a:t>
            </a:r>
            <a:endParaRPr lang="zh-CN" altLang="en-US" sz="1500">
              <a:solidFill>
                <a:srgbClr val="356B84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</a:endParaRPr>
          </a:p>
        </p:txBody>
      </p:sp>
      <p:sp>
        <p:nvSpPr>
          <p:cNvPr id="35" name="文本框 34"/>
          <p:cNvSpPr txBox="1"/>
          <p:nvPr>
            <p:custDataLst>
              <p:tags r:id="rId37"/>
            </p:custDataLst>
          </p:nvPr>
        </p:nvSpPr>
        <p:spPr>
          <a:xfrm>
            <a:off x="9723910" y="4704397"/>
            <a:ext cx="1077297" cy="571471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ctr">
              <a:lnSpc>
                <a:spcPct val="133000"/>
              </a:lnSpc>
            </a:pPr>
            <a:r>
              <a:rPr lang="en-US" sz="1350">
                <a:solidFill>
                  <a:srgbClr val="00557B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AI </a:t>
            </a:r>
            <a:r>
              <a:rPr lang="zh-CN" sz="1350">
                <a:solidFill>
                  <a:srgbClr val="00557B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原生深度有限</a:t>
            </a:r>
            <a:endParaRPr lang="zh-CN" sz="1350">
              <a:solidFill>
                <a:srgbClr val="00557B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000">
        <p159:morph option="byObject"/>
      </p:transition>
    </mc:Choice>
    <mc:Fallback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文本框 2"/>
          <p:cNvSpPr txBox="1"/>
          <p:nvPr>
            <p:custDataLst>
              <p:tags r:id="rId1"/>
            </p:custDataLst>
          </p:nvPr>
        </p:nvSpPr>
        <p:spPr>
          <a:xfrm>
            <a:off x="533400" y="357188"/>
            <a:ext cx="11125200" cy="50006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0000"/>
              </a:lnSpc>
            </a:pPr>
            <a:r>
              <a:rPr sz="3000" b="1">
                <a:solidFill>
                  <a:srgbClr val="00557B"/>
                </a:solidFill>
                <a:latin typeface="Microsoft YaHei" panose="020B0503020204020204" charset="-122"/>
                <a:ea typeface="Microsoft YaHei" panose="020B0503020204020204" charset="-122"/>
              </a:rPr>
              <a:t>下一步行动项</a:t>
            </a:r>
            <a:endParaRPr sz="3000" b="1">
              <a:solidFill>
                <a:srgbClr val="00557B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4" name="任意多边形 3"/>
          <p:cNvSpPr/>
          <p:nvPr>
            <p:custDataLst>
              <p:tags r:id="rId2"/>
            </p:custDataLst>
          </p:nvPr>
        </p:nvSpPr>
        <p:spPr>
          <a:xfrm>
            <a:off x="575945" y="1109345"/>
            <a:ext cx="2017395" cy="5362575"/>
          </a:xfrm>
          <a:custGeom>
            <a:avLst/>
            <a:gdLst>
              <a:gd name="sw" fmla="*/ 1 w 3176"/>
              <a:gd name="sh" fmla="*/ 1 h 8445"/>
              <a:gd name="mins" fmla="min sw sh"/>
              <a:gd name="dsw" fmla="+- 0 sw mins"/>
              <a:gd name="dsh" fmla="+- 0 sh mins"/>
              <a:gd name="p0x0" fmla="*/ 120 w 3176"/>
              <a:gd name="p0y0" fmla="*/ 0 h 8445"/>
              <a:gd name="p0x1" fmla="*/ 3056 w 3176"/>
              <a:gd name="p0y1" fmla="*/ 0 h 8445"/>
              <a:gd name="p0x2" fmla="*/ 3123 w 3176"/>
              <a:gd name="p0y2" fmla="*/ 0 h 8445"/>
              <a:gd name="p0x3" fmla="*/ 3176 w 3176"/>
              <a:gd name="p0y3" fmla="*/ 53 h 8445"/>
              <a:gd name="p0x4" fmla="*/ 3176 w 3176"/>
              <a:gd name="p0y4" fmla="*/ 120 h 8445"/>
              <a:gd name="p0x5" fmla="*/ 3176 w 3176"/>
              <a:gd name="p0y5" fmla="*/ 8325 h 8445"/>
              <a:gd name="p0x6" fmla="*/ 3176 w 3176"/>
              <a:gd name="p0y6" fmla="*/ 8391 h 8445"/>
              <a:gd name="p0x7" fmla="*/ 3123 w 3176"/>
              <a:gd name="p0y7" fmla="*/ 8445 h 8445"/>
              <a:gd name="p0x8" fmla="*/ 3056 w 3176"/>
              <a:gd name="p0y8" fmla="*/ 8445 h 8445"/>
              <a:gd name="p0x9" fmla="*/ 120 w 3176"/>
              <a:gd name="p0y9" fmla="*/ 8445 h 8445"/>
              <a:gd name="p0x10" fmla="*/ 53 w 3176"/>
              <a:gd name="p0y10" fmla="*/ 8445 h 8445"/>
              <a:gd name="p0x11" fmla="*/ 0 w 3176"/>
              <a:gd name="p0y11" fmla="*/ 8391 h 8445"/>
              <a:gd name="p0x12" fmla="*/ 0 w 3176"/>
              <a:gd name="p0y12" fmla="*/ 8325 h 8445"/>
              <a:gd name="p0x13" fmla="*/ 0 w 3176"/>
              <a:gd name="p0y13" fmla="*/ 120 h 8445"/>
              <a:gd name="p0x14" fmla="*/ 0 w 3176"/>
              <a:gd name="p0y14" fmla="*/ 53 h 8445"/>
              <a:gd name="p0x15" fmla="*/ 53 w 3176"/>
              <a:gd name="p0y15" fmla="*/ 0 h 8445"/>
              <a:gd name="p0x16" fmla="*/ 120 w 3176"/>
              <a:gd name="p0y16" fmla="*/ 0 h 8445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FFFFF"/>
          </a:solidFill>
          <a:ln w="9525" cmpd="sng">
            <a:solidFill>
              <a:srgbClr val="C4E6F2"/>
            </a:solidFill>
            <a:prstDash val="solid"/>
          </a:ln>
          <a:effectLst>
            <a:outerShdw blurRad="285750" algn="ctr" rotWithShape="0">
              <a:srgbClr val="1B6095">
                <a:alpha val="12157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" name="任意多边形 4"/>
          <p:cNvSpPr/>
          <p:nvPr>
            <p:custDataLst>
              <p:tags r:id="rId3"/>
            </p:custDataLst>
          </p:nvPr>
        </p:nvSpPr>
        <p:spPr>
          <a:xfrm>
            <a:off x="1336675" y="2562225"/>
            <a:ext cx="495300" cy="495300"/>
          </a:xfrm>
          <a:custGeom>
            <a:avLst/>
            <a:gdLst>
              <a:gd name="sw" fmla="*/ 1 w 780"/>
              <a:gd name="sh" fmla="*/ 1 h 780"/>
              <a:gd name="mins" fmla="min sw sh"/>
              <a:gd name="dsw" fmla="+- 0 sw mins"/>
              <a:gd name="dsh" fmla="+- 0 sh mins"/>
              <a:gd name="p0x0" fmla="*/ 120 w 780"/>
              <a:gd name="p0y0" fmla="*/ 0 h 780"/>
              <a:gd name="p0x1" fmla="*/ 660 w 780"/>
              <a:gd name="p0y1" fmla="*/ 0 h 780"/>
              <a:gd name="p0x2" fmla="*/ 726 w 780"/>
              <a:gd name="p0y2" fmla="*/ 0 h 780"/>
              <a:gd name="p0x3" fmla="*/ 780 w 780"/>
              <a:gd name="p0y3" fmla="*/ 53 h 780"/>
              <a:gd name="p0x4" fmla="*/ 780 w 780"/>
              <a:gd name="p0y4" fmla="*/ 120 h 780"/>
              <a:gd name="p0x5" fmla="*/ 780 w 780"/>
              <a:gd name="p0y5" fmla="*/ 660 h 780"/>
              <a:gd name="p0x6" fmla="*/ 780 w 780"/>
              <a:gd name="p0y6" fmla="*/ 726 h 780"/>
              <a:gd name="p0x7" fmla="*/ 726 w 780"/>
              <a:gd name="p0y7" fmla="*/ 780 h 780"/>
              <a:gd name="p0x8" fmla="*/ 660 w 780"/>
              <a:gd name="p0y8" fmla="*/ 780 h 780"/>
              <a:gd name="p0x9" fmla="*/ 120 w 780"/>
              <a:gd name="p0y9" fmla="*/ 780 h 780"/>
              <a:gd name="p0x10" fmla="*/ 53 w 780"/>
              <a:gd name="p0y10" fmla="*/ 780 h 780"/>
              <a:gd name="p0x11" fmla="*/ 0 w 780"/>
              <a:gd name="p0y11" fmla="*/ 726 h 780"/>
              <a:gd name="p0x12" fmla="*/ 0 w 780"/>
              <a:gd name="p0y12" fmla="*/ 660 h 780"/>
              <a:gd name="p0x13" fmla="*/ 0 w 780"/>
              <a:gd name="p0y13" fmla="*/ 120 h 780"/>
              <a:gd name="p0x14" fmla="*/ 0 w 780"/>
              <a:gd name="p0y14" fmla="*/ 53 h 780"/>
              <a:gd name="p0x15" fmla="*/ 53 w 780"/>
              <a:gd name="p0y15" fmla="*/ 0 h 780"/>
              <a:gd name="p0x16" fmla="*/ 120 w 780"/>
              <a:gd name="p0y16" fmla="*/ 0 h 78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DCECF5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6" name="文本框 5"/>
          <p:cNvSpPr txBox="1"/>
          <p:nvPr>
            <p:custDataLst>
              <p:tags r:id="rId4"/>
            </p:custDataLst>
          </p:nvPr>
        </p:nvSpPr>
        <p:spPr>
          <a:xfrm>
            <a:off x="1242336" y="2635567"/>
            <a:ext cx="685209" cy="34385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ctr">
              <a:lnSpc>
                <a:spcPct val="83000"/>
              </a:lnSpc>
            </a:pPr>
            <a:r>
              <a:rPr sz="2400" b="1">
                <a:solidFill>
                  <a:srgbClr val="1B6095"/>
                </a:solidFill>
                <a:latin typeface="Microsoft YaHei" panose="020B0503020204020204" charset="-122"/>
                <a:ea typeface="Microsoft YaHei" panose="020B0503020204020204" charset="-122"/>
              </a:rPr>
              <a:t>01</a:t>
            </a:r>
            <a:endParaRPr sz="2400" b="1">
              <a:solidFill>
                <a:srgbClr val="1B6095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7" name="文本框 6"/>
          <p:cNvSpPr txBox="1"/>
          <p:nvPr>
            <p:custDataLst>
              <p:tags r:id="rId5"/>
            </p:custDataLst>
          </p:nvPr>
        </p:nvSpPr>
        <p:spPr>
          <a:xfrm>
            <a:off x="904799" y="3193733"/>
            <a:ext cx="1360218" cy="69913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ctr">
              <a:lnSpc>
                <a:spcPct val="104000"/>
              </a:lnSpc>
            </a:pPr>
            <a:r>
              <a:rPr sz="2100" b="1" spc="42">
                <a:solidFill>
                  <a:srgbClr val="00557B"/>
                </a:solidFill>
                <a:latin typeface="Microsoft YaHei" panose="020B0503020204020204" charset="-122"/>
                <a:ea typeface="Microsoft YaHei" panose="020B0503020204020204" charset="-122"/>
              </a:rPr>
              <a:t>跟进修订稿交付</a:t>
            </a:r>
            <a:endParaRPr sz="2100" b="1" spc="42">
              <a:solidFill>
                <a:srgbClr val="00557B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8" name="文本框 7"/>
          <p:cNvSpPr txBox="1"/>
          <p:nvPr>
            <p:custDataLst>
              <p:tags r:id="rId6"/>
            </p:custDataLst>
          </p:nvPr>
        </p:nvSpPr>
        <p:spPr>
          <a:xfrm>
            <a:off x="899074" y="3899535"/>
            <a:ext cx="1371676" cy="84576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ctr">
              <a:lnSpc>
                <a:spcPct val="133000"/>
              </a:lnSpc>
            </a:pPr>
            <a:r>
              <a:rPr sz="1350">
                <a:solidFill>
                  <a:srgbClr val="356B84"/>
                </a:solidFill>
                <a:latin typeface="Microsoft YaHei" panose="020B0503020204020204" charset="-122"/>
                <a:ea typeface="Microsoft YaHei" panose="020B0503020204020204" charset="-122"/>
              </a:rPr>
              <a:t>确保文档与代码同步更新，消除版本偏差</a:t>
            </a:r>
            <a:endParaRPr sz="1350">
              <a:solidFill>
                <a:srgbClr val="356B84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9" name="任意多边形 8"/>
          <p:cNvSpPr/>
          <p:nvPr>
            <p:custDataLst>
              <p:tags r:id="rId7"/>
            </p:custDataLst>
          </p:nvPr>
        </p:nvSpPr>
        <p:spPr>
          <a:xfrm>
            <a:off x="2831465" y="1109345"/>
            <a:ext cx="2017395" cy="5362575"/>
          </a:xfrm>
          <a:custGeom>
            <a:avLst/>
            <a:gdLst>
              <a:gd name="sw" fmla="*/ 1 w 3176"/>
              <a:gd name="sh" fmla="*/ 1 h 8445"/>
              <a:gd name="mins" fmla="min sw sh"/>
              <a:gd name="dsw" fmla="+- 0 sw mins"/>
              <a:gd name="dsh" fmla="+- 0 sh mins"/>
              <a:gd name="p0x0" fmla="*/ 120 w 3176"/>
              <a:gd name="p0y0" fmla="*/ 0 h 8445"/>
              <a:gd name="p0x1" fmla="*/ 3056 w 3176"/>
              <a:gd name="p0y1" fmla="*/ 0 h 8445"/>
              <a:gd name="p0x2" fmla="*/ 3123 w 3176"/>
              <a:gd name="p0y2" fmla="*/ 0 h 8445"/>
              <a:gd name="p0x3" fmla="*/ 3176 w 3176"/>
              <a:gd name="p0y3" fmla="*/ 53 h 8445"/>
              <a:gd name="p0x4" fmla="*/ 3176 w 3176"/>
              <a:gd name="p0y4" fmla="*/ 120 h 8445"/>
              <a:gd name="p0x5" fmla="*/ 3176 w 3176"/>
              <a:gd name="p0y5" fmla="*/ 8325 h 8445"/>
              <a:gd name="p0x6" fmla="*/ 3176 w 3176"/>
              <a:gd name="p0y6" fmla="*/ 8391 h 8445"/>
              <a:gd name="p0x7" fmla="*/ 3123 w 3176"/>
              <a:gd name="p0y7" fmla="*/ 8445 h 8445"/>
              <a:gd name="p0x8" fmla="*/ 3056 w 3176"/>
              <a:gd name="p0y8" fmla="*/ 8445 h 8445"/>
              <a:gd name="p0x9" fmla="*/ 120 w 3176"/>
              <a:gd name="p0y9" fmla="*/ 8445 h 8445"/>
              <a:gd name="p0x10" fmla="*/ 53 w 3176"/>
              <a:gd name="p0y10" fmla="*/ 8445 h 8445"/>
              <a:gd name="p0x11" fmla="*/ 0 w 3176"/>
              <a:gd name="p0y11" fmla="*/ 8391 h 8445"/>
              <a:gd name="p0x12" fmla="*/ 0 w 3176"/>
              <a:gd name="p0y12" fmla="*/ 8325 h 8445"/>
              <a:gd name="p0x13" fmla="*/ 0 w 3176"/>
              <a:gd name="p0y13" fmla="*/ 120 h 8445"/>
              <a:gd name="p0x14" fmla="*/ 0 w 3176"/>
              <a:gd name="p0y14" fmla="*/ 53 h 8445"/>
              <a:gd name="p0x15" fmla="*/ 53 w 3176"/>
              <a:gd name="p0y15" fmla="*/ 0 h 8445"/>
              <a:gd name="p0x16" fmla="*/ 120 w 3176"/>
              <a:gd name="p0y16" fmla="*/ 0 h 8445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FFFFF"/>
          </a:solidFill>
          <a:ln w="9525" cmpd="sng">
            <a:solidFill>
              <a:srgbClr val="C4E6F2"/>
            </a:solidFill>
            <a:prstDash val="solid"/>
          </a:ln>
          <a:effectLst>
            <a:outerShdw blurRad="285750" algn="ctr" rotWithShape="0">
              <a:srgbClr val="1B6095">
                <a:alpha val="12157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0" name="任意多边形 9"/>
          <p:cNvSpPr/>
          <p:nvPr>
            <p:custDataLst>
              <p:tags r:id="rId8"/>
            </p:custDataLst>
          </p:nvPr>
        </p:nvSpPr>
        <p:spPr>
          <a:xfrm>
            <a:off x="3592195" y="2562225"/>
            <a:ext cx="495300" cy="495300"/>
          </a:xfrm>
          <a:custGeom>
            <a:avLst/>
            <a:gdLst>
              <a:gd name="sw" fmla="*/ 1 w 780"/>
              <a:gd name="sh" fmla="*/ 1 h 780"/>
              <a:gd name="mins" fmla="min sw sh"/>
              <a:gd name="dsw" fmla="+- 0 sw mins"/>
              <a:gd name="dsh" fmla="+- 0 sh mins"/>
              <a:gd name="p0x0" fmla="*/ 120 w 780"/>
              <a:gd name="p0y0" fmla="*/ 0 h 780"/>
              <a:gd name="p0x1" fmla="*/ 660 w 780"/>
              <a:gd name="p0y1" fmla="*/ 0 h 780"/>
              <a:gd name="p0x2" fmla="*/ 726 w 780"/>
              <a:gd name="p0y2" fmla="*/ 0 h 780"/>
              <a:gd name="p0x3" fmla="*/ 780 w 780"/>
              <a:gd name="p0y3" fmla="*/ 53 h 780"/>
              <a:gd name="p0x4" fmla="*/ 780 w 780"/>
              <a:gd name="p0y4" fmla="*/ 120 h 780"/>
              <a:gd name="p0x5" fmla="*/ 780 w 780"/>
              <a:gd name="p0y5" fmla="*/ 660 h 780"/>
              <a:gd name="p0x6" fmla="*/ 780 w 780"/>
              <a:gd name="p0y6" fmla="*/ 726 h 780"/>
              <a:gd name="p0x7" fmla="*/ 726 w 780"/>
              <a:gd name="p0y7" fmla="*/ 780 h 780"/>
              <a:gd name="p0x8" fmla="*/ 660 w 780"/>
              <a:gd name="p0y8" fmla="*/ 780 h 780"/>
              <a:gd name="p0x9" fmla="*/ 120 w 780"/>
              <a:gd name="p0y9" fmla="*/ 780 h 780"/>
              <a:gd name="p0x10" fmla="*/ 53 w 780"/>
              <a:gd name="p0y10" fmla="*/ 780 h 780"/>
              <a:gd name="p0x11" fmla="*/ 0 w 780"/>
              <a:gd name="p0y11" fmla="*/ 726 h 780"/>
              <a:gd name="p0x12" fmla="*/ 0 w 780"/>
              <a:gd name="p0y12" fmla="*/ 660 h 780"/>
              <a:gd name="p0x13" fmla="*/ 0 w 780"/>
              <a:gd name="p0y13" fmla="*/ 120 h 780"/>
              <a:gd name="p0x14" fmla="*/ 0 w 780"/>
              <a:gd name="p0y14" fmla="*/ 53 h 780"/>
              <a:gd name="p0x15" fmla="*/ 53 w 780"/>
              <a:gd name="p0y15" fmla="*/ 0 h 780"/>
              <a:gd name="p0x16" fmla="*/ 120 w 780"/>
              <a:gd name="p0y16" fmla="*/ 0 h 78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DCECF5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1" name="文本框 10"/>
          <p:cNvSpPr txBox="1"/>
          <p:nvPr>
            <p:custDataLst>
              <p:tags r:id="rId9"/>
            </p:custDataLst>
          </p:nvPr>
        </p:nvSpPr>
        <p:spPr>
          <a:xfrm>
            <a:off x="3497828" y="2635567"/>
            <a:ext cx="685209" cy="34385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ctr">
              <a:lnSpc>
                <a:spcPct val="83000"/>
              </a:lnSpc>
            </a:pPr>
            <a:r>
              <a:rPr sz="2400" b="1">
                <a:solidFill>
                  <a:srgbClr val="1B6095"/>
                </a:solidFill>
                <a:latin typeface="Microsoft YaHei" panose="020B0503020204020204" charset="-122"/>
                <a:ea typeface="Microsoft YaHei" panose="020B0503020204020204" charset="-122"/>
              </a:rPr>
              <a:t>02</a:t>
            </a:r>
            <a:endParaRPr sz="2400" b="1">
              <a:solidFill>
                <a:srgbClr val="1B6095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12" name="文本框 11"/>
          <p:cNvSpPr txBox="1"/>
          <p:nvPr>
            <p:custDataLst>
              <p:tags r:id="rId10"/>
            </p:custDataLst>
          </p:nvPr>
        </p:nvSpPr>
        <p:spPr>
          <a:xfrm>
            <a:off x="3093615" y="3193733"/>
            <a:ext cx="1493568" cy="69913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ctr">
              <a:lnSpc>
                <a:spcPct val="104000"/>
              </a:lnSpc>
            </a:pPr>
            <a:r>
              <a:rPr sz="2100" b="1" spc="42">
                <a:solidFill>
                  <a:srgbClr val="00557B"/>
                </a:solidFill>
                <a:latin typeface="Microsoft YaHei" panose="020B0503020204020204" charset="-122"/>
                <a:ea typeface="Microsoft YaHei" panose="020B0503020204020204" charset="-122"/>
              </a:rPr>
              <a:t>推动回滚功能安全重做</a:t>
            </a:r>
            <a:endParaRPr sz="2100" b="1" spc="42">
              <a:solidFill>
                <a:srgbClr val="00557B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13" name="文本框 12"/>
          <p:cNvSpPr txBox="1"/>
          <p:nvPr>
            <p:custDataLst>
              <p:tags r:id="rId11"/>
            </p:custDataLst>
          </p:nvPr>
        </p:nvSpPr>
        <p:spPr>
          <a:xfrm>
            <a:off x="3112665" y="3899535"/>
            <a:ext cx="1455468" cy="1120054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ctr">
              <a:lnSpc>
                <a:spcPct val="133000"/>
              </a:lnSpc>
            </a:pPr>
            <a:r>
              <a:rPr lang="en-US" altLang="en-US" sz="1350">
                <a:solidFill>
                  <a:srgbClr val="356B84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SQLite </a:t>
            </a:r>
            <a:r>
              <a:rPr lang="zh-CN" altLang="en-US" sz="1350">
                <a:solidFill>
                  <a:srgbClr val="356B84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加密方案选型、</a:t>
            </a:r>
            <a:r>
              <a:rPr lang="en-US" altLang="zh-CN" sz="1350">
                <a:solidFill>
                  <a:srgbClr val="356B84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CRDT </a:t>
            </a:r>
            <a:r>
              <a:rPr lang="zh-CN" altLang="en-US" sz="1350">
                <a:solidFill>
                  <a:srgbClr val="356B84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自研替代评估、</a:t>
            </a:r>
            <a:r>
              <a:rPr lang="en-US" altLang="zh-CN" sz="1350">
                <a:solidFill>
                  <a:srgbClr val="356B84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Lambda </a:t>
            </a:r>
            <a:r>
              <a:rPr lang="zh-CN" altLang="en-US" sz="1350">
                <a:solidFill>
                  <a:srgbClr val="356B84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传输加密补全</a:t>
            </a:r>
            <a:endParaRPr lang="zh-CN" altLang="en-US" sz="1350">
              <a:solidFill>
                <a:srgbClr val="356B84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</a:endParaRPr>
          </a:p>
        </p:txBody>
      </p:sp>
      <p:sp>
        <p:nvSpPr>
          <p:cNvPr id="14" name="任意多边形 13"/>
          <p:cNvSpPr/>
          <p:nvPr>
            <p:custDataLst>
              <p:tags r:id="rId12"/>
            </p:custDataLst>
          </p:nvPr>
        </p:nvSpPr>
        <p:spPr>
          <a:xfrm>
            <a:off x="5086985" y="1109345"/>
            <a:ext cx="2017395" cy="5362575"/>
          </a:xfrm>
          <a:custGeom>
            <a:avLst/>
            <a:gdLst>
              <a:gd name="sw" fmla="*/ 1 w 3177"/>
              <a:gd name="sh" fmla="*/ 1 h 8445"/>
              <a:gd name="mins" fmla="min sw sh"/>
              <a:gd name="dsw" fmla="+- 0 sw mins"/>
              <a:gd name="dsh" fmla="+- 0 sh mins"/>
              <a:gd name="p0x0" fmla="*/ 120 w 3177"/>
              <a:gd name="p0y0" fmla="*/ 0 h 8445"/>
              <a:gd name="p0x1" fmla="*/ 3057 w 3177"/>
              <a:gd name="p0y1" fmla="*/ 0 h 8445"/>
              <a:gd name="p0x2" fmla="*/ 3123 w 3177"/>
              <a:gd name="p0y2" fmla="*/ 0 h 8445"/>
              <a:gd name="p0x3" fmla="*/ 3177 w 3177"/>
              <a:gd name="p0y3" fmla="*/ 53 h 8445"/>
              <a:gd name="p0x4" fmla="*/ 3177 w 3177"/>
              <a:gd name="p0y4" fmla="*/ 120 h 8445"/>
              <a:gd name="p0x5" fmla="*/ 3177 w 3177"/>
              <a:gd name="p0y5" fmla="*/ 8325 h 8445"/>
              <a:gd name="p0x6" fmla="*/ 3177 w 3177"/>
              <a:gd name="p0y6" fmla="*/ 8391 h 8445"/>
              <a:gd name="p0x7" fmla="*/ 3123 w 3177"/>
              <a:gd name="p0y7" fmla="*/ 8445 h 8445"/>
              <a:gd name="p0x8" fmla="*/ 3057 w 3177"/>
              <a:gd name="p0y8" fmla="*/ 8445 h 8445"/>
              <a:gd name="p0x9" fmla="*/ 120 w 3177"/>
              <a:gd name="p0y9" fmla="*/ 8445 h 8445"/>
              <a:gd name="p0x10" fmla="*/ 53 w 3177"/>
              <a:gd name="p0y10" fmla="*/ 8445 h 8445"/>
              <a:gd name="p0x11" fmla="*/ 0 w 3177"/>
              <a:gd name="p0y11" fmla="*/ 8391 h 8445"/>
              <a:gd name="p0x12" fmla="*/ 0 w 3177"/>
              <a:gd name="p0y12" fmla="*/ 8325 h 8445"/>
              <a:gd name="p0x13" fmla="*/ 0 w 3177"/>
              <a:gd name="p0y13" fmla="*/ 120 h 8445"/>
              <a:gd name="p0x14" fmla="*/ 0 w 3177"/>
              <a:gd name="p0y14" fmla="*/ 53 h 8445"/>
              <a:gd name="p0x15" fmla="*/ 53 w 3177"/>
              <a:gd name="p0y15" fmla="*/ 0 h 8445"/>
              <a:gd name="p0x16" fmla="*/ 120 w 3177"/>
              <a:gd name="p0y16" fmla="*/ 0 h 8445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FFFFF"/>
          </a:solidFill>
          <a:ln w="9525" cmpd="sng">
            <a:solidFill>
              <a:srgbClr val="C4E6F2"/>
            </a:solidFill>
            <a:prstDash val="solid"/>
          </a:ln>
          <a:effectLst>
            <a:outerShdw blurRad="285750" algn="ctr" rotWithShape="0">
              <a:srgbClr val="1B6095">
                <a:alpha val="12157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5" name="任意多边形 14"/>
          <p:cNvSpPr/>
          <p:nvPr>
            <p:custDataLst>
              <p:tags r:id="rId13"/>
            </p:custDataLst>
          </p:nvPr>
        </p:nvSpPr>
        <p:spPr>
          <a:xfrm>
            <a:off x="5847715" y="2562225"/>
            <a:ext cx="495300" cy="495300"/>
          </a:xfrm>
          <a:custGeom>
            <a:avLst/>
            <a:gdLst>
              <a:gd name="sw" fmla="*/ 1 w 780"/>
              <a:gd name="sh" fmla="*/ 1 h 780"/>
              <a:gd name="mins" fmla="min sw sh"/>
              <a:gd name="dsw" fmla="+- 0 sw mins"/>
              <a:gd name="dsh" fmla="+- 0 sh mins"/>
              <a:gd name="p0x0" fmla="*/ 120 w 780"/>
              <a:gd name="p0y0" fmla="*/ 0 h 780"/>
              <a:gd name="p0x1" fmla="*/ 660 w 780"/>
              <a:gd name="p0y1" fmla="*/ 0 h 780"/>
              <a:gd name="p0x2" fmla="*/ 726 w 780"/>
              <a:gd name="p0y2" fmla="*/ 0 h 780"/>
              <a:gd name="p0x3" fmla="*/ 780 w 780"/>
              <a:gd name="p0y3" fmla="*/ 53 h 780"/>
              <a:gd name="p0x4" fmla="*/ 780 w 780"/>
              <a:gd name="p0y4" fmla="*/ 120 h 780"/>
              <a:gd name="p0x5" fmla="*/ 780 w 780"/>
              <a:gd name="p0y5" fmla="*/ 660 h 780"/>
              <a:gd name="p0x6" fmla="*/ 780 w 780"/>
              <a:gd name="p0y6" fmla="*/ 726 h 780"/>
              <a:gd name="p0x7" fmla="*/ 726 w 780"/>
              <a:gd name="p0y7" fmla="*/ 780 h 780"/>
              <a:gd name="p0x8" fmla="*/ 660 w 780"/>
              <a:gd name="p0y8" fmla="*/ 780 h 780"/>
              <a:gd name="p0x9" fmla="*/ 120 w 780"/>
              <a:gd name="p0y9" fmla="*/ 780 h 780"/>
              <a:gd name="p0x10" fmla="*/ 53 w 780"/>
              <a:gd name="p0y10" fmla="*/ 780 h 780"/>
              <a:gd name="p0x11" fmla="*/ 0 w 780"/>
              <a:gd name="p0y11" fmla="*/ 726 h 780"/>
              <a:gd name="p0x12" fmla="*/ 0 w 780"/>
              <a:gd name="p0y12" fmla="*/ 660 h 780"/>
              <a:gd name="p0x13" fmla="*/ 0 w 780"/>
              <a:gd name="p0y13" fmla="*/ 120 h 780"/>
              <a:gd name="p0x14" fmla="*/ 0 w 780"/>
              <a:gd name="p0y14" fmla="*/ 53 h 780"/>
              <a:gd name="p0x15" fmla="*/ 53 w 780"/>
              <a:gd name="p0y15" fmla="*/ 0 h 780"/>
              <a:gd name="p0x16" fmla="*/ 120 w 780"/>
              <a:gd name="p0y16" fmla="*/ 0 h 78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DCECF5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6" name="文本框 15"/>
          <p:cNvSpPr txBox="1"/>
          <p:nvPr>
            <p:custDataLst>
              <p:tags r:id="rId14"/>
            </p:custDataLst>
          </p:nvPr>
        </p:nvSpPr>
        <p:spPr>
          <a:xfrm>
            <a:off x="5753319" y="2635567"/>
            <a:ext cx="685209" cy="34385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ctr">
              <a:lnSpc>
                <a:spcPct val="83000"/>
              </a:lnSpc>
            </a:pPr>
            <a:r>
              <a:rPr sz="2400" b="1">
                <a:solidFill>
                  <a:srgbClr val="1B6095"/>
                </a:solidFill>
                <a:latin typeface="Microsoft YaHei" panose="020B0503020204020204" charset="-122"/>
                <a:ea typeface="Microsoft YaHei" panose="020B0503020204020204" charset="-122"/>
              </a:rPr>
              <a:t>03</a:t>
            </a:r>
            <a:endParaRPr sz="2400" b="1">
              <a:solidFill>
                <a:srgbClr val="1B6095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17" name="文本框 16"/>
          <p:cNvSpPr txBox="1"/>
          <p:nvPr>
            <p:custDataLst>
              <p:tags r:id="rId15"/>
            </p:custDataLst>
          </p:nvPr>
        </p:nvSpPr>
        <p:spPr>
          <a:xfrm>
            <a:off x="5415858" y="3193733"/>
            <a:ext cx="1360218" cy="69913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ctr">
              <a:lnSpc>
                <a:spcPct val="104000"/>
              </a:lnSpc>
            </a:pPr>
            <a:r>
              <a:rPr sz="2100" b="1" spc="42">
                <a:solidFill>
                  <a:srgbClr val="00557B"/>
                </a:solidFill>
                <a:latin typeface="Microsoft YaHei" panose="020B0503020204020204" charset="-122"/>
                <a:ea typeface="Microsoft YaHei" panose="020B0503020204020204" charset="-122"/>
              </a:rPr>
              <a:t>落实竞品应对策略</a:t>
            </a:r>
            <a:endParaRPr sz="2100" b="1" spc="42">
              <a:solidFill>
                <a:srgbClr val="00557B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18" name="文本框 17"/>
          <p:cNvSpPr txBox="1"/>
          <p:nvPr>
            <p:custDataLst>
              <p:tags r:id="rId16"/>
            </p:custDataLst>
          </p:nvPr>
        </p:nvSpPr>
        <p:spPr>
          <a:xfrm>
            <a:off x="5410057" y="3899535"/>
            <a:ext cx="1371676" cy="84576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ctr">
              <a:lnSpc>
                <a:spcPct val="133000"/>
              </a:lnSpc>
            </a:pPr>
            <a:r>
              <a:rPr sz="1350">
                <a:solidFill>
                  <a:srgbClr val="356B84"/>
                </a:solidFill>
                <a:latin typeface="Microsoft YaHei" panose="020B0503020204020204" charset="-122"/>
                <a:ea typeface="Microsoft YaHei" panose="020B0503020204020204" charset="-122"/>
              </a:rPr>
              <a:t>针对四家竞品短板制定功能对标与市场话术</a:t>
            </a:r>
            <a:endParaRPr sz="1350">
              <a:solidFill>
                <a:srgbClr val="356B84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19" name="任意多边形 18"/>
          <p:cNvSpPr/>
          <p:nvPr>
            <p:custDataLst>
              <p:tags r:id="rId17"/>
            </p:custDataLst>
          </p:nvPr>
        </p:nvSpPr>
        <p:spPr>
          <a:xfrm>
            <a:off x="7342505" y="1109345"/>
            <a:ext cx="2017395" cy="5362575"/>
          </a:xfrm>
          <a:custGeom>
            <a:avLst/>
            <a:gdLst>
              <a:gd name="sw" fmla="*/ 1 w 3176"/>
              <a:gd name="sh" fmla="*/ 1 h 8445"/>
              <a:gd name="mins" fmla="min sw sh"/>
              <a:gd name="dsw" fmla="+- 0 sw mins"/>
              <a:gd name="dsh" fmla="+- 0 sh mins"/>
              <a:gd name="p0x0" fmla="*/ 120 w 3176"/>
              <a:gd name="p0y0" fmla="*/ 0 h 8445"/>
              <a:gd name="p0x1" fmla="*/ 3056 w 3176"/>
              <a:gd name="p0y1" fmla="*/ 0 h 8445"/>
              <a:gd name="p0x2" fmla="*/ 3123 w 3176"/>
              <a:gd name="p0y2" fmla="*/ 0 h 8445"/>
              <a:gd name="p0x3" fmla="*/ 3176 w 3176"/>
              <a:gd name="p0y3" fmla="*/ 53 h 8445"/>
              <a:gd name="p0x4" fmla="*/ 3176 w 3176"/>
              <a:gd name="p0y4" fmla="*/ 120 h 8445"/>
              <a:gd name="p0x5" fmla="*/ 3176 w 3176"/>
              <a:gd name="p0y5" fmla="*/ 8325 h 8445"/>
              <a:gd name="p0x6" fmla="*/ 3176 w 3176"/>
              <a:gd name="p0y6" fmla="*/ 8391 h 8445"/>
              <a:gd name="p0x7" fmla="*/ 3123 w 3176"/>
              <a:gd name="p0y7" fmla="*/ 8445 h 8445"/>
              <a:gd name="p0x8" fmla="*/ 3056 w 3176"/>
              <a:gd name="p0y8" fmla="*/ 8445 h 8445"/>
              <a:gd name="p0x9" fmla="*/ 120 w 3176"/>
              <a:gd name="p0y9" fmla="*/ 8445 h 8445"/>
              <a:gd name="p0x10" fmla="*/ 53 w 3176"/>
              <a:gd name="p0y10" fmla="*/ 8445 h 8445"/>
              <a:gd name="p0x11" fmla="*/ 0 w 3176"/>
              <a:gd name="p0y11" fmla="*/ 8391 h 8445"/>
              <a:gd name="p0x12" fmla="*/ 0 w 3176"/>
              <a:gd name="p0y12" fmla="*/ 8325 h 8445"/>
              <a:gd name="p0x13" fmla="*/ 0 w 3176"/>
              <a:gd name="p0y13" fmla="*/ 120 h 8445"/>
              <a:gd name="p0x14" fmla="*/ 0 w 3176"/>
              <a:gd name="p0y14" fmla="*/ 53 h 8445"/>
              <a:gd name="p0x15" fmla="*/ 53 w 3176"/>
              <a:gd name="p0y15" fmla="*/ 0 h 8445"/>
              <a:gd name="p0x16" fmla="*/ 120 w 3176"/>
              <a:gd name="p0y16" fmla="*/ 0 h 8445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FFFFF"/>
          </a:solidFill>
          <a:ln w="9525" cmpd="sng">
            <a:solidFill>
              <a:srgbClr val="C4E6F2"/>
            </a:solidFill>
            <a:prstDash val="solid"/>
          </a:ln>
          <a:effectLst>
            <a:outerShdw blurRad="285750" algn="ctr" rotWithShape="0">
              <a:srgbClr val="1B6095">
                <a:alpha val="12157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0" name="任意多边形 19"/>
          <p:cNvSpPr/>
          <p:nvPr>
            <p:custDataLst>
              <p:tags r:id="rId18"/>
            </p:custDataLst>
          </p:nvPr>
        </p:nvSpPr>
        <p:spPr>
          <a:xfrm>
            <a:off x="8103235" y="2562225"/>
            <a:ext cx="495300" cy="495300"/>
          </a:xfrm>
          <a:custGeom>
            <a:avLst/>
            <a:gdLst>
              <a:gd name="sw" fmla="*/ 1 w 780"/>
              <a:gd name="sh" fmla="*/ 1 h 780"/>
              <a:gd name="mins" fmla="min sw sh"/>
              <a:gd name="dsw" fmla="+- 0 sw mins"/>
              <a:gd name="dsh" fmla="+- 0 sh mins"/>
              <a:gd name="p0x0" fmla="*/ 120 w 780"/>
              <a:gd name="p0y0" fmla="*/ 0 h 780"/>
              <a:gd name="p0x1" fmla="*/ 660 w 780"/>
              <a:gd name="p0y1" fmla="*/ 0 h 780"/>
              <a:gd name="p0x2" fmla="*/ 726 w 780"/>
              <a:gd name="p0y2" fmla="*/ 0 h 780"/>
              <a:gd name="p0x3" fmla="*/ 780 w 780"/>
              <a:gd name="p0y3" fmla="*/ 53 h 780"/>
              <a:gd name="p0x4" fmla="*/ 780 w 780"/>
              <a:gd name="p0y4" fmla="*/ 120 h 780"/>
              <a:gd name="p0x5" fmla="*/ 780 w 780"/>
              <a:gd name="p0y5" fmla="*/ 660 h 780"/>
              <a:gd name="p0x6" fmla="*/ 780 w 780"/>
              <a:gd name="p0y6" fmla="*/ 726 h 780"/>
              <a:gd name="p0x7" fmla="*/ 726 w 780"/>
              <a:gd name="p0y7" fmla="*/ 780 h 780"/>
              <a:gd name="p0x8" fmla="*/ 660 w 780"/>
              <a:gd name="p0y8" fmla="*/ 780 h 780"/>
              <a:gd name="p0x9" fmla="*/ 120 w 780"/>
              <a:gd name="p0y9" fmla="*/ 780 h 780"/>
              <a:gd name="p0x10" fmla="*/ 53 w 780"/>
              <a:gd name="p0y10" fmla="*/ 780 h 780"/>
              <a:gd name="p0x11" fmla="*/ 0 w 780"/>
              <a:gd name="p0y11" fmla="*/ 726 h 780"/>
              <a:gd name="p0x12" fmla="*/ 0 w 780"/>
              <a:gd name="p0y12" fmla="*/ 660 h 780"/>
              <a:gd name="p0x13" fmla="*/ 0 w 780"/>
              <a:gd name="p0y13" fmla="*/ 120 h 780"/>
              <a:gd name="p0x14" fmla="*/ 0 w 780"/>
              <a:gd name="p0y14" fmla="*/ 53 h 780"/>
              <a:gd name="p0x15" fmla="*/ 53 w 780"/>
              <a:gd name="p0y15" fmla="*/ 0 h 780"/>
              <a:gd name="p0x16" fmla="*/ 120 w 780"/>
              <a:gd name="p0y16" fmla="*/ 0 h 78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DCECF5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1" name="文本框 20"/>
          <p:cNvSpPr txBox="1"/>
          <p:nvPr>
            <p:custDataLst>
              <p:tags r:id="rId19"/>
            </p:custDataLst>
          </p:nvPr>
        </p:nvSpPr>
        <p:spPr>
          <a:xfrm>
            <a:off x="8008877" y="2635567"/>
            <a:ext cx="685209" cy="34385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ctr">
              <a:lnSpc>
                <a:spcPct val="83000"/>
              </a:lnSpc>
            </a:pPr>
            <a:r>
              <a:rPr sz="2400" b="1">
                <a:solidFill>
                  <a:srgbClr val="1B6095"/>
                </a:solidFill>
                <a:latin typeface="Microsoft YaHei" panose="020B0503020204020204" charset="-122"/>
                <a:ea typeface="Microsoft YaHei" panose="020B0503020204020204" charset="-122"/>
              </a:rPr>
              <a:t>04</a:t>
            </a:r>
            <a:endParaRPr sz="2400" b="1">
              <a:solidFill>
                <a:srgbClr val="1B6095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22" name="文本框 21"/>
          <p:cNvSpPr txBox="1"/>
          <p:nvPr>
            <p:custDataLst>
              <p:tags r:id="rId20"/>
            </p:custDataLst>
          </p:nvPr>
        </p:nvSpPr>
        <p:spPr>
          <a:xfrm>
            <a:off x="7538142" y="3193733"/>
            <a:ext cx="1626613" cy="69913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ctr">
              <a:lnSpc>
                <a:spcPct val="104000"/>
              </a:lnSpc>
            </a:pPr>
            <a:r>
              <a:rPr lang="zh-CN" altLang="en-US" sz="2100" b="1" spc="42">
                <a:solidFill>
                  <a:srgbClr val="00557B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确认</a:t>
            </a:r>
            <a:r>
              <a:rPr lang="en-US" altLang="zh-CN" sz="2100" b="1" spc="42">
                <a:solidFill>
                  <a:srgbClr val="00557B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 MFA </a:t>
            </a:r>
            <a:r>
              <a:rPr lang="zh-CN" altLang="en-US" sz="2100" b="1" spc="42">
                <a:solidFill>
                  <a:srgbClr val="00557B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决策</a:t>
            </a:r>
            <a:endParaRPr lang="zh-CN" altLang="en-US" sz="2100" b="1" spc="42">
              <a:solidFill>
                <a:srgbClr val="00557B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</a:endParaRPr>
          </a:p>
        </p:txBody>
      </p:sp>
      <p:sp>
        <p:nvSpPr>
          <p:cNvPr id="23" name="文本框 22"/>
          <p:cNvSpPr txBox="1"/>
          <p:nvPr>
            <p:custDataLst>
              <p:tags r:id="rId21"/>
            </p:custDataLst>
          </p:nvPr>
        </p:nvSpPr>
        <p:spPr>
          <a:xfrm>
            <a:off x="7665615" y="3899535"/>
            <a:ext cx="1371676" cy="84576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ctr">
              <a:lnSpc>
                <a:spcPct val="133000"/>
              </a:lnSpc>
            </a:pPr>
            <a:r>
              <a:rPr sz="1350">
                <a:solidFill>
                  <a:srgbClr val="356B84"/>
                </a:solidFill>
                <a:latin typeface="Microsoft YaHei" panose="020B0503020204020204" charset="-122"/>
                <a:ea typeface="Microsoft YaHei" panose="020B0503020204020204" charset="-122"/>
              </a:rPr>
              <a:t>锁定多因子认证技术选型与上线时间节点</a:t>
            </a:r>
            <a:endParaRPr sz="1350">
              <a:solidFill>
                <a:srgbClr val="356B84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24" name="任意多边形 23"/>
          <p:cNvSpPr/>
          <p:nvPr>
            <p:custDataLst>
              <p:tags r:id="rId22"/>
            </p:custDataLst>
          </p:nvPr>
        </p:nvSpPr>
        <p:spPr>
          <a:xfrm>
            <a:off x="9598025" y="1109345"/>
            <a:ext cx="2017395" cy="5362575"/>
          </a:xfrm>
          <a:custGeom>
            <a:avLst/>
            <a:gdLst>
              <a:gd name="sw" fmla="*/ 1 w 3177"/>
              <a:gd name="sh" fmla="*/ 1 h 8445"/>
              <a:gd name="mins" fmla="min sw sh"/>
              <a:gd name="dsw" fmla="+- 0 sw mins"/>
              <a:gd name="dsh" fmla="+- 0 sh mins"/>
              <a:gd name="p0x0" fmla="*/ 120 w 3177"/>
              <a:gd name="p0y0" fmla="*/ 0 h 8445"/>
              <a:gd name="p0x1" fmla="*/ 3057 w 3177"/>
              <a:gd name="p0y1" fmla="*/ 0 h 8445"/>
              <a:gd name="p0x2" fmla="*/ 3123 w 3177"/>
              <a:gd name="p0y2" fmla="*/ 0 h 8445"/>
              <a:gd name="p0x3" fmla="*/ 3177 w 3177"/>
              <a:gd name="p0y3" fmla="*/ 53 h 8445"/>
              <a:gd name="p0x4" fmla="*/ 3177 w 3177"/>
              <a:gd name="p0y4" fmla="*/ 120 h 8445"/>
              <a:gd name="p0x5" fmla="*/ 3177 w 3177"/>
              <a:gd name="p0y5" fmla="*/ 8325 h 8445"/>
              <a:gd name="p0x6" fmla="*/ 3177 w 3177"/>
              <a:gd name="p0y6" fmla="*/ 8391 h 8445"/>
              <a:gd name="p0x7" fmla="*/ 3123 w 3177"/>
              <a:gd name="p0y7" fmla="*/ 8445 h 8445"/>
              <a:gd name="p0x8" fmla="*/ 3057 w 3177"/>
              <a:gd name="p0y8" fmla="*/ 8445 h 8445"/>
              <a:gd name="p0x9" fmla="*/ 120 w 3177"/>
              <a:gd name="p0y9" fmla="*/ 8445 h 8445"/>
              <a:gd name="p0x10" fmla="*/ 53 w 3177"/>
              <a:gd name="p0y10" fmla="*/ 8445 h 8445"/>
              <a:gd name="p0x11" fmla="*/ 0 w 3177"/>
              <a:gd name="p0y11" fmla="*/ 8391 h 8445"/>
              <a:gd name="p0x12" fmla="*/ 0 w 3177"/>
              <a:gd name="p0y12" fmla="*/ 8325 h 8445"/>
              <a:gd name="p0x13" fmla="*/ 0 w 3177"/>
              <a:gd name="p0y13" fmla="*/ 120 h 8445"/>
              <a:gd name="p0x14" fmla="*/ 0 w 3177"/>
              <a:gd name="p0y14" fmla="*/ 53 h 8445"/>
              <a:gd name="p0x15" fmla="*/ 53 w 3177"/>
              <a:gd name="p0y15" fmla="*/ 0 h 8445"/>
              <a:gd name="p0x16" fmla="*/ 120 w 3177"/>
              <a:gd name="p0y16" fmla="*/ 0 h 8445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FFFFF"/>
          </a:solidFill>
          <a:ln w="9525" cmpd="sng">
            <a:solidFill>
              <a:srgbClr val="C4E6F2"/>
            </a:solidFill>
            <a:prstDash val="solid"/>
          </a:ln>
          <a:effectLst>
            <a:outerShdw blurRad="285750" algn="ctr" rotWithShape="0">
              <a:srgbClr val="1B6095">
                <a:alpha val="12157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5" name="任意多边形 24"/>
          <p:cNvSpPr/>
          <p:nvPr>
            <p:custDataLst>
              <p:tags r:id="rId23"/>
            </p:custDataLst>
          </p:nvPr>
        </p:nvSpPr>
        <p:spPr>
          <a:xfrm>
            <a:off x="10358755" y="2562225"/>
            <a:ext cx="495300" cy="495300"/>
          </a:xfrm>
          <a:custGeom>
            <a:avLst/>
            <a:gdLst>
              <a:gd name="sw" fmla="*/ 1 w 780"/>
              <a:gd name="sh" fmla="*/ 1 h 780"/>
              <a:gd name="mins" fmla="min sw sh"/>
              <a:gd name="dsw" fmla="+- 0 sw mins"/>
              <a:gd name="dsh" fmla="+- 0 sh mins"/>
              <a:gd name="p0x0" fmla="*/ 120 w 780"/>
              <a:gd name="p0y0" fmla="*/ 0 h 780"/>
              <a:gd name="p0x1" fmla="*/ 660 w 780"/>
              <a:gd name="p0y1" fmla="*/ 0 h 780"/>
              <a:gd name="p0x2" fmla="*/ 726 w 780"/>
              <a:gd name="p0y2" fmla="*/ 0 h 780"/>
              <a:gd name="p0x3" fmla="*/ 780 w 780"/>
              <a:gd name="p0y3" fmla="*/ 53 h 780"/>
              <a:gd name="p0x4" fmla="*/ 780 w 780"/>
              <a:gd name="p0y4" fmla="*/ 120 h 780"/>
              <a:gd name="p0x5" fmla="*/ 780 w 780"/>
              <a:gd name="p0y5" fmla="*/ 660 h 780"/>
              <a:gd name="p0x6" fmla="*/ 780 w 780"/>
              <a:gd name="p0y6" fmla="*/ 726 h 780"/>
              <a:gd name="p0x7" fmla="*/ 726 w 780"/>
              <a:gd name="p0y7" fmla="*/ 780 h 780"/>
              <a:gd name="p0x8" fmla="*/ 660 w 780"/>
              <a:gd name="p0y8" fmla="*/ 780 h 780"/>
              <a:gd name="p0x9" fmla="*/ 120 w 780"/>
              <a:gd name="p0y9" fmla="*/ 780 h 780"/>
              <a:gd name="p0x10" fmla="*/ 53 w 780"/>
              <a:gd name="p0y10" fmla="*/ 780 h 780"/>
              <a:gd name="p0x11" fmla="*/ 0 w 780"/>
              <a:gd name="p0y11" fmla="*/ 726 h 780"/>
              <a:gd name="p0x12" fmla="*/ 0 w 780"/>
              <a:gd name="p0y12" fmla="*/ 660 h 780"/>
              <a:gd name="p0x13" fmla="*/ 0 w 780"/>
              <a:gd name="p0y13" fmla="*/ 120 h 780"/>
              <a:gd name="p0x14" fmla="*/ 0 w 780"/>
              <a:gd name="p0y14" fmla="*/ 53 h 780"/>
              <a:gd name="p0x15" fmla="*/ 53 w 780"/>
              <a:gd name="p0y15" fmla="*/ 0 h 780"/>
              <a:gd name="p0x16" fmla="*/ 120 w 780"/>
              <a:gd name="p0y16" fmla="*/ 0 h 78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DCECF5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6" name="文本框 25"/>
          <p:cNvSpPr txBox="1"/>
          <p:nvPr>
            <p:custDataLst>
              <p:tags r:id="rId24"/>
            </p:custDataLst>
          </p:nvPr>
        </p:nvSpPr>
        <p:spPr>
          <a:xfrm>
            <a:off x="10264369" y="2635567"/>
            <a:ext cx="685209" cy="34385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ctr">
              <a:lnSpc>
                <a:spcPct val="83000"/>
              </a:lnSpc>
            </a:pPr>
            <a:r>
              <a:rPr sz="2400" b="1">
                <a:solidFill>
                  <a:srgbClr val="1B6095"/>
                </a:solidFill>
                <a:latin typeface="Microsoft YaHei" panose="020B0503020204020204" charset="-122"/>
                <a:ea typeface="Microsoft YaHei" panose="020B0503020204020204" charset="-122"/>
              </a:rPr>
              <a:t>05</a:t>
            </a:r>
            <a:endParaRPr sz="2400" b="1">
              <a:solidFill>
                <a:srgbClr val="1B6095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27" name="文本框 26"/>
          <p:cNvSpPr txBox="1"/>
          <p:nvPr>
            <p:custDataLst>
              <p:tags r:id="rId25"/>
            </p:custDataLst>
          </p:nvPr>
        </p:nvSpPr>
        <p:spPr>
          <a:xfrm>
            <a:off x="9926907" y="3193733"/>
            <a:ext cx="1360218" cy="69913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ctr">
              <a:lnSpc>
                <a:spcPct val="104000"/>
              </a:lnSpc>
            </a:pPr>
            <a:r>
              <a:rPr lang="zh-CN" altLang="en-US" sz="2100" b="1" spc="42">
                <a:solidFill>
                  <a:srgbClr val="00557B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跟踪待修订</a:t>
            </a:r>
            <a:r>
              <a:rPr lang="en-US" altLang="zh-CN" sz="2100" b="1" spc="42">
                <a:solidFill>
                  <a:srgbClr val="00557B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 PR</a:t>
            </a:r>
            <a:endParaRPr lang="en-US" altLang="zh-CN" sz="2100" b="1" spc="42">
              <a:solidFill>
                <a:srgbClr val="00557B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</a:endParaRPr>
          </a:p>
        </p:txBody>
      </p:sp>
      <p:sp>
        <p:nvSpPr>
          <p:cNvPr id="28" name="文本框 27"/>
          <p:cNvSpPr txBox="1"/>
          <p:nvPr>
            <p:custDataLst>
              <p:tags r:id="rId26"/>
            </p:custDataLst>
          </p:nvPr>
        </p:nvSpPr>
        <p:spPr>
          <a:xfrm>
            <a:off x="9921107" y="3899535"/>
            <a:ext cx="1371676" cy="84576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ctr">
              <a:lnSpc>
                <a:spcPct val="133000"/>
              </a:lnSpc>
            </a:pPr>
            <a:r>
              <a:rPr sz="1350">
                <a:solidFill>
                  <a:srgbClr val="356B84"/>
                </a:solidFill>
                <a:latin typeface="Microsoft YaHei" panose="020B0503020204020204" charset="-122"/>
                <a:ea typeface="Microsoft YaHei" panose="020B0503020204020204" charset="-122"/>
              </a:rPr>
              <a:t>逐条验收安全回滚衍生的代码变更请求</a:t>
            </a:r>
            <a:endParaRPr sz="1350">
              <a:solidFill>
                <a:srgbClr val="356B84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000">
        <p159:morph option="byObject"/>
      </p:transition>
    </mc:Choice>
    <mc:Fallback>
      <p:transition spd="slow">
        <p:fade/>
      </p:transition>
    </mc:Fallback>
  </mc:AlternateContent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  <p:tag name="KSO_WM_UNIT_ISNUMDGMTITLE" val="0"/>
  <p:tag name="KSO_WM_UNIT_NOCLEAR" val="0"/>
  <p:tag name="KSO_WM_TEMPLATE_INDEX" val="40490532"/>
  <p:tag name="KSO_WM_TEMPLATE_CATEGORY" val="custom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  <p:tag name="KSO_WM_UNIT_ISNUMDGMTITLE" val="0"/>
  <p:tag name="KSO_WM_UNIT_NOCLEAR" val="0"/>
  <p:tag name="KSO_WM_TEMPLATE_INDEX" val="40490532"/>
  <p:tag name="KSO_WM_TEMPLATE_CATEGORY" val="custom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  <p:tag name="KSO_WM_UNIT_ISNUMDGMTITLE" val="0"/>
  <p:tag name="KSO_WM_UNIT_NOCLEAR" val="0"/>
  <p:tag name="KSO_WM_TEMPLATE_INDEX" val="40490532"/>
  <p:tag name="KSO_WM_TEMPLATE_CATEGORY" val="custom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a*1"/>
  <p:tag name="KSO_WM_UNIT_LAYERLEVEL" val="1"/>
  <p:tag name="KSO_WM_TAG_VERSION" val="1.0"/>
  <p:tag name="KSO_WM_BEAUTIFY_FLAG" val="#wm#"/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TYPE" val="a"/>
  <p:tag name="KSO_WM_UNIT_INDEX" val="1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f*1"/>
  <p:tag name="KSO_WM_UNIT_LAYERLEVEL" val="1"/>
  <p:tag name="KSO_WM_TAG_VERSION" val="1.0"/>
  <p:tag name="KSO_WM_BEAUTIFY_FLAG" val="#wm#"/>
  <p:tag name="KSO_WM_UNIT_SUBTYPE" val="a"/>
  <p:tag name="KSO_WM_UNIT_PRESET_TEXT" val="单击此处编辑母版文本样式&#10;二级&#10;三级&#10;四级&#10;五级"/>
  <p:tag name="KSO_WM_UNIT_NOCLEAR" val="0"/>
  <p:tag name="KSO_WM_UNIT_VALUE" val="330"/>
  <p:tag name="KSO_WM_UNIT_TYPE" val="f"/>
  <p:tag name="KSO_WM_UNIT_INDEX" val="1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i*1"/>
  <p:tag name="KSO_WM_UNIT_LAYERLEVEL" val="1"/>
  <p:tag name="KSO_WM_TAG_VERSION" val="3.0"/>
  <p:tag name="KSO_WM_BEAUTIFY_FLAG" val="#wm#"/>
  <p:tag name="KSO_WM_UNIT_TYPE" val="i"/>
  <p:tag name="KSO_WM_UNIT_INDEX" val="1"/>
  <p:tag name="KSO_WM_UNIT_ISNUMDGMTITLE" val="0"/>
  <p:tag name="KSO_WM_UNIT_NOCLEAR" val="0"/>
  <p:tag name="KSO_WM_TEMPLATE_INDEX" val="40490532"/>
  <p:tag name="KSO_WM_TEMPLATE_CATEGORY" val="custom"/>
</p:tagLst>
</file>

<file path=ppt/tags/tag7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2*i*2"/>
  <p:tag name="KSO_WM_UNIT_LAYERLEVEL" val="1"/>
  <p:tag name="KSO_WM_TAG_VERSION" val="3.0"/>
  <p:tag name="KSO_WM_UNIT_TYPE" val="i"/>
  <p:tag name="KSO_WM_UNIT_INDEX" val="2"/>
  <p:tag name="KSO_WM_UNIT_ISNUMDGMTITLE" val="0"/>
  <p:tag name="KSO_WM_UNIT_NOCLEAR" val="0"/>
  <p:tag name="KSO_WM_TEMPLATE_INDEX" val="40490532"/>
  <p:tag name="KSO_WM_TEMPLATE_CATEGORY" val="custom"/>
</p:tagLst>
</file>

<file path=ppt/tags/tag8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2*i*3"/>
  <p:tag name="KSO_WM_UNIT_LAYERLEVEL" val="1"/>
  <p:tag name="KSO_WM_TAG_VERSION" val="3.0"/>
  <p:tag name="KSO_WM_UNIT_TYPE" val="i"/>
  <p:tag name="KSO_WM_UNIT_INDEX" val="3"/>
  <p:tag name="KSO_WM_UNIT_ISNUMDGMTITLE" val="0"/>
  <p:tag name="KSO_WM_UNIT_NOCLEAR" val="0"/>
  <p:tag name="KSO_WM_TEMPLATE_INDEX" val="40490532"/>
  <p:tag name="KSO_WM_TEMPLATE_CATEGORY" val="custom"/>
</p:tagLst>
</file>

<file path=ppt/tags/tag9.xml><?xml version="1.0" encoding="utf-8"?>
<p:tagLst xmlns:p="http://schemas.openxmlformats.org/presentationml/2006/main">
  <p:tag name="KSO_WM_UNIT_ISCONTENTSTITLE" val="1"/>
  <p:tag name="KSO_WM_UNIT_ISNUMDGMTITLE" val="0"/>
  <p:tag name="KSO_WM_UNIT_PRESET_TEXT" val="目录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2*a*1"/>
  <p:tag name="KSO_WM_UNIT_LAYERLEVEL" val="1"/>
  <p:tag name="KSO_WM_TAG_VERSION" val="3.0"/>
  <p:tag name="KSO_WM_BEAUTIFY_FLAG" val="#wm#"/>
  <p:tag name="KSO_WM_TEMPLATE_INDEX" val="40490532"/>
  <p:tag name="KSO_WM_TEMPLATE_CATEGORY" val="custom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i*4"/>
  <p:tag name="KSO_WM_UNIT_LAYERLEVEL" val="1"/>
  <p:tag name="KSO_WM_TAG_VERSION" val="3.0"/>
  <p:tag name="KSO_WM_BEAUTIFY_FLAG" val="#wm#"/>
  <p:tag name="KSO_WM_UNIT_TYPE" val="i"/>
  <p:tag name="KSO_WM_UNIT_INDEX" val="4"/>
  <p:tag name="KSO_WM_UNIT_ISNUMDGMTITLE" val="0"/>
  <p:tag name="KSO_WM_UNIT_NOCLEAR" val="0"/>
  <p:tag name="KSO_WM_TEMPLATE_INDEX" val="40490532"/>
  <p:tag name="KSO_WM_TEMPLATE_CATEGORY" val="custom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3.0"/>
  <p:tag name="KSO_WM_BEAUTIFY_FLAG" val="#wm#"/>
  <p:tag name="KSO_WM_UNIT_ISNUMDGMTITLE" val="0"/>
  <p:tag name="KSO_WM_UNIT_NOCLEAR" val="0"/>
  <p:tag name="KSO_WM_TEMPLATE_INDEX" val="40490532"/>
  <p:tag name="KSO_WM_TEMPLATE_CATEGORY" val="custom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3.0"/>
  <p:tag name="KSO_WM_BEAUTIFY_FLAG" val="#wm#"/>
  <p:tag name="KSO_WM_UNIT_ISNUMDGMTITLE" val="0"/>
  <p:tag name="KSO_WM_UNIT_NOCLEAR" val="0"/>
  <p:tag name="KSO_WM_TEMPLATE_INDEX" val="40490532"/>
  <p:tag name="KSO_WM_TEMPLATE_CATEGORY" val="custom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3.0"/>
  <p:tag name="KSO_WM_BEAUTIFY_FLAG" val="#wm#"/>
  <p:tag name="KSO_WM_UNIT_ISNUMDGMTITLE" val="0"/>
  <p:tag name="KSO_WM_UNIT_NOCLEAR" val="0"/>
  <p:tag name="KSO_WM_TEMPLATE_INDEX" val="40490532"/>
  <p:tag name="KSO_WM_TEMPLATE_CATEGORY" val="custom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i*5"/>
  <p:tag name="KSO_WM_UNIT_LAYERLEVEL" val="1"/>
  <p:tag name="KSO_WM_TAG_VERSION" val="3.0"/>
  <p:tag name="KSO_WM_BEAUTIFY_FLAG" val="#wm#"/>
  <p:tag name="KSO_WM_UNIT_TYPE" val="i"/>
  <p:tag name="KSO_WM_UNIT_INDEX" val="5"/>
  <p:tag name="KSO_WM_UNIT_ISNUMDGMTITLE" val="0"/>
  <p:tag name="KSO_WM_UNIT_NOCLEAR" val="0"/>
  <p:tag name="KSO_WM_TEMPLATE_INDEX" val="40490532"/>
  <p:tag name="KSO_WM_TEMPLATE_CATEGORY" val="custom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i*4"/>
  <p:tag name="KSO_WM_UNIT_LAYERLEVEL" val="1"/>
  <p:tag name="KSO_WM_TAG_VERSION" val="3.0"/>
  <p:tag name="KSO_WM_BEAUTIFY_FLAG" val="#wm#"/>
  <p:tag name="KSO_WM_UNIT_TYPE" val="i"/>
  <p:tag name="KSO_WM_UNIT_INDEX" val="4"/>
  <p:tag name="KSO_WM_UNIT_ISNUMDGMTITLE" val="0"/>
  <p:tag name="KSO_WM_UNIT_NOCLEAR" val="0"/>
  <p:tag name="KSO_WM_TEMPLATE_INDEX" val="40490532"/>
  <p:tag name="KSO_WM_TEMPLATE_CATEGORY" val="custom"/>
</p:tagLst>
</file>

<file path=ppt/tags/tag16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3*i*1"/>
  <p:tag name="KSO_WM_UNIT_LAYERLEVEL" val="1"/>
  <p:tag name="KSO_WM_TAG_VERSION" val="3.0"/>
  <p:tag name="KSO_WM_UNIT_TYPE" val="i"/>
  <p:tag name="KSO_WM_UNIT_INDEX" val="1"/>
  <p:tag name="KSO_WM_UNIT_ISNUMDGMTITLE" val="0"/>
  <p:tag name="KSO_WM_UNIT_NOCLEAR" val="0"/>
  <p:tag name="KSO_WM_TEMPLATE_INDEX" val="40490532"/>
  <p:tag name="KSO_WM_TEMPLATE_CATEGORY" val="custom"/>
</p:tagLst>
</file>

<file path=ppt/tags/tag17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3*i*2"/>
  <p:tag name="KSO_WM_UNIT_LAYERLEVEL" val="1"/>
  <p:tag name="KSO_WM_TAG_VERSION" val="3.0"/>
  <p:tag name="KSO_WM_UNIT_TYPE" val="i"/>
  <p:tag name="KSO_WM_UNIT_INDEX" val="2"/>
  <p:tag name="KSO_WM_UNIT_ISNUMDGMTITLE" val="0"/>
  <p:tag name="KSO_WM_UNIT_NOCLEAR" val="0"/>
  <p:tag name="KSO_WM_TEMPLATE_INDEX" val="40490532"/>
  <p:tag name="KSO_WM_TEMPLATE_CATEGORY" val="custom"/>
</p:tagLst>
</file>

<file path=ppt/tags/tag18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3*i*3"/>
  <p:tag name="KSO_WM_UNIT_LAYERLEVEL" val="1"/>
  <p:tag name="KSO_WM_TAG_VERSION" val="3.0"/>
  <p:tag name="KSO_WM_UNIT_CONTENT_GROUP_TYPE" val="titlestyle"/>
  <p:tag name="KSO_WM_UNIT_TYPE" val="i"/>
  <p:tag name="KSO_WM_UNIT_INDEX" val="3"/>
  <p:tag name="KSO_WM_UNIT_ISNUMDGMTITLE" val="0"/>
  <p:tag name="KSO_WM_UNIT_NOCLEAR" val="0"/>
  <p:tag name="KSO_WM_TEMPLATE_INDEX" val="40490532"/>
  <p:tag name="KSO_WM_TEMPLATE_CATEGORY" val="custom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3.0"/>
  <p:tag name="KSO_WM_BEAUTIFY_FLAG" val="#wm#"/>
  <p:tag name="KSO_WM_UNIT_ISNUMDGMTITLE" val="0"/>
  <p:tag name="KSO_WM_UNIT_NOCLEAR" val="0"/>
  <p:tag name="KSO_WM_TEMPLATE_INDEX" val="40490532"/>
  <p:tag name="KSO_WM_TEMPLATE_CATEGORY" val="custom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3.0"/>
  <p:tag name="KSO_WM_BEAUTIFY_FLAG" val="#wm#"/>
  <p:tag name="KSO_WM_UNIT_ISNUMDGMTITLE" val="0"/>
  <p:tag name="KSO_WM_UNIT_NOCLEAR" val="0"/>
  <p:tag name="KSO_WM_TEMPLATE_INDEX" val="40490532"/>
  <p:tag name="KSO_WM_TEMPLATE_CATEGORY" val="custom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3.0"/>
  <p:tag name="KSO_WM_BEAUTIFY_FLAG" val="#wm#"/>
  <p:tag name="KSO_WM_UNIT_ISNUMDGMTITLE" val="0"/>
  <p:tag name="KSO_WM_UNIT_NOCLEAR" val="0"/>
  <p:tag name="KSO_WM_TEMPLATE_INDEX" val="40490532"/>
  <p:tag name="KSO_WM_TEMPLATE_CATEGORY" val="custom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a*1"/>
  <p:tag name="KSO_WM_UNIT_LAYERLEVEL" val="1"/>
  <p:tag name="KSO_WM_TAG_VERSION" val="1.0"/>
  <p:tag name="KSO_WM_BEAUTIFY_FLAG" val="#wm#"/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TYPE" val="a"/>
  <p:tag name="KSO_WM_UNIT_INDEX" val="1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f*1"/>
  <p:tag name="KSO_WM_UNIT_LAYERLEVEL" val="1"/>
  <p:tag name="KSO_WM_TAG_VERSION" val="1.0"/>
  <p:tag name="KSO_WM_BEAUTIFY_FLAG" val="#wm#"/>
  <p:tag name="KSO_WM_UNIT_SUBTYPE" val="a"/>
  <p:tag name="KSO_WM_UNIT_PRESET_TEXT" val="单击此处编辑母版文本样式&#10;二级&#10;三级&#10;四级&#10;五级"/>
  <p:tag name="KSO_WM_UNIT_NOCLEAR" val="0"/>
  <p:tag name="KSO_WM_UNIT_TYPE" val="f"/>
  <p:tag name="KSO_WM_UNIT_INDEX" val="1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f*2"/>
  <p:tag name="KSO_WM_UNIT_LAYERLEVEL" val="1"/>
  <p:tag name="KSO_WM_TAG_VERSION" val="1.0"/>
  <p:tag name="KSO_WM_BEAUTIFY_FLAG" val="#wm#"/>
  <p:tag name="KSO_WM_UNIT_SUBTYPE" val="a"/>
  <p:tag name="KSO_WM_UNIT_PRESET_TEXT" val="单击此处编辑母版文本样式&#10;二级&#10;三级&#10;四级&#10;五级"/>
  <p:tag name="KSO_WM_UNIT_NOCLEAR" val="0"/>
  <p:tag name="KSO_WM_UNIT_TYPE" val="f"/>
  <p:tag name="KSO_WM_UNIT_INDEX" val="2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i*4"/>
  <p:tag name="KSO_WM_UNIT_LAYERLEVEL" val="1"/>
  <p:tag name="KSO_WM_TAG_VERSION" val="3.0"/>
  <p:tag name="KSO_WM_BEAUTIFY_FLAG" val="#wm#"/>
  <p:tag name="KSO_WM_UNIT_TYPE" val="i"/>
  <p:tag name="KSO_WM_UNIT_INDEX" val="4"/>
  <p:tag name="KSO_WM_UNIT_ISNUMDGMTITLE" val="0"/>
  <p:tag name="KSO_WM_UNIT_NOCLEAR" val="0"/>
  <p:tag name="KSO_WM_TEMPLATE_INDEX" val="40490532"/>
  <p:tag name="KSO_WM_TEMPLATE_CATEGORY" val="custom"/>
</p:tagLst>
</file>

<file path=ppt/tags/tag26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4*i*1"/>
  <p:tag name="KSO_WM_UNIT_LAYERLEVEL" val="1"/>
  <p:tag name="KSO_WM_TAG_VERSION" val="3.0"/>
  <p:tag name="KSO_WM_UNIT_TYPE" val="i"/>
  <p:tag name="KSO_WM_UNIT_INDEX" val="1"/>
  <p:tag name="KSO_WM_UNIT_ISNUMDGMTITLE" val="0"/>
  <p:tag name="KSO_WM_UNIT_NOCLEAR" val="0"/>
  <p:tag name="KSO_WM_TEMPLATE_INDEX" val="40490532"/>
  <p:tag name="KSO_WM_TEMPLATE_CATEGORY" val="custom"/>
</p:tagLst>
</file>

<file path=ppt/tags/tag27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4*i*2"/>
  <p:tag name="KSO_WM_UNIT_LAYERLEVEL" val="1"/>
  <p:tag name="KSO_WM_TAG_VERSION" val="3.0"/>
  <p:tag name="KSO_WM_UNIT_TYPE" val="i"/>
  <p:tag name="KSO_WM_UNIT_INDEX" val="2"/>
  <p:tag name="KSO_WM_UNIT_ISNUMDGMTITLE" val="0"/>
  <p:tag name="KSO_WM_UNIT_NOCLEAR" val="0"/>
  <p:tag name="KSO_WM_TEMPLATE_INDEX" val="40490532"/>
  <p:tag name="KSO_WM_TEMPLATE_CATEGORY" val="custom"/>
</p:tagLst>
</file>

<file path=ppt/tags/tag28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4*i*3"/>
  <p:tag name="KSO_WM_UNIT_LAYERLEVEL" val="1"/>
  <p:tag name="KSO_WM_TAG_VERSION" val="3.0"/>
  <p:tag name="KSO_WM_UNIT_CONTENT_GROUP_TYPE" val="titlestyle"/>
  <p:tag name="KSO_WM_UNIT_TYPE" val="i"/>
  <p:tag name="KSO_WM_UNIT_INDEX" val="3"/>
  <p:tag name="KSO_WM_UNIT_ISNUMDGMTITLE" val="0"/>
  <p:tag name="KSO_WM_UNIT_NOCLEAR" val="0"/>
  <p:tag name="KSO_WM_TEMPLATE_INDEX" val="40490532"/>
  <p:tag name="KSO_WM_TEMPLATE_CATEGORY" val="custom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3.0"/>
  <p:tag name="KSO_WM_BEAUTIFY_FLAG" val="#wm#"/>
  <p:tag name="KSO_WM_UNIT_ISNUMDGMTITLE" val="0"/>
  <p:tag name="KSO_WM_UNIT_NOCLEAR" val="0"/>
  <p:tag name="KSO_WM_TEMPLATE_INDEX" val="40490532"/>
  <p:tag name="KSO_WM_TEMPLATE_CATEGORY" val="custom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3.0"/>
  <p:tag name="KSO_WM_BEAUTIFY_FLAG" val="#wm#"/>
  <p:tag name="KSO_WM_UNIT_ISNUMDGMTITLE" val="0"/>
  <p:tag name="KSO_WM_UNIT_NOCLEAR" val="0"/>
  <p:tag name="KSO_WM_TEMPLATE_INDEX" val="40490532"/>
  <p:tag name="KSO_WM_TEMPLATE_CATEGORY" val="custom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3.0"/>
  <p:tag name="KSO_WM_BEAUTIFY_FLAG" val="#wm#"/>
  <p:tag name="KSO_WM_UNIT_ISNUMDGMTITLE" val="0"/>
  <p:tag name="KSO_WM_UNIT_NOCLEAR" val="0"/>
  <p:tag name="KSO_WM_TEMPLATE_INDEX" val="40490532"/>
  <p:tag name="KSO_WM_TEMPLATE_CATEGORY" val="custom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h_a*1_1"/>
  <p:tag name="KSO_WM_UNIT_LAYERLEVEL" val="1_1"/>
  <p:tag name="KSO_WM_TAG_VERSION" val="1.0"/>
  <p:tag name="KSO_WM_BEAUTIFY_FLAG" val="#wm#"/>
  <p:tag name="KSO_WM_UNIT_PRESET_TEXT" val="单击此处编辑母版文本样式"/>
  <p:tag name="KSO_WM_UNIT_NOCLEAR" val="0"/>
  <p:tag name="KSO_WM_UNIT_TYPE" val="h_a"/>
  <p:tag name="KSO_WM_UNIT_INDEX" val="1_1"/>
  <p:tag name="KSO_WM_UNIT_ISCONTENTSTITLE" val="0"/>
  <p:tag name="KSO_WM_UNIT_ISNUMDGMTITLE" val="0"/>
  <p:tag name="KSO_WM_UNIT_VALUE" val="19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h_f*1_1"/>
  <p:tag name="KSO_WM_UNIT_LAYERLEVEL" val="1_1"/>
  <p:tag name="KSO_WM_TAG_VERSION" val="1.0"/>
  <p:tag name="KSO_WM_BEAUTIFY_FLAG" val="#wm#"/>
  <p:tag name="KSO_WM_UNIT_SUBTYPE" val="a"/>
  <p:tag name="KSO_WM_UNIT_PRESET_TEXT" val="单击此处编辑母版文本样式&#10;二级&#10;三级&#10;四级&#10;五级"/>
  <p:tag name="KSO_WM_UNIT_NOCLEAR" val="0"/>
  <p:tag name="KSO_WM_UNIT_VALUE" val="128"/>
  <p:tag name="KSO_WM_UNIT_TYPE" val="h_f"/>
  <p:tag name="KSO_WM_UNIT_INDEX" val="1_1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h_a*2_1"/>
  <p:tag name="KSO_WM_UNIT_LAYERLEVEL" val="1_1"/>
  <p:tag name="KSO_WM_TAG_VERSION" val="1.0"/>
  <p:tag name="KSO_WM_BEAUTIFY_FLAG" val="#wm#"/>
  <p:tag name="KSO_WM_UNIT_PRESET_TEXT" val="单击此处编辑母版文本样式"/>
  <p:tag name="KSO_WM_UNIT_NOCLEAR" val="0"/>
  <p:tag name="KSO_WM_UNIT_TYPE" val="h_a"/>
  <p:tag name="KSO_WM_UNIT_INDEX" val="2_1"/>
  <p:tag name="KSO_WM_UNIT_ISCONTENTSTITLE" val="0"/>
  <p:tag name="KSO_WM_UNIT_ISNUMDGMTITLE" val="0"/>
  <p:tag name="KSO_WM_UNIT_VALUE" val="19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h_f*2_1"/>
  <p:tag name="KSO_WM_UNIT_LAYERLEVEL" val="1_1"/>
  <p:tag name="KSO_WM_TAG_VERSION" val="1.0"/>
  <p:tag name="KSO_WM_BEAUTIFY_FLAG" val="#wm#"/>
  <p:tag name="KSO_WM_UNIT_SUBTYPE" val="a"/>
  <p:tag name="KSO_WM_UNIT_PRESET_TEXT" val="单击此处编辑母版文本样式&#10;二级&#10;三级&#10;四级&#10;五级"/>
  <p:tag name="KSO_WM_UNIT_NOCLEAR" val="0"/>
  <p:tag name="KSO_WM_UNIT_VALUE" val="128"/>
  <p:tag name="KSO_WM_UNIT_TYPE" val="h_f"/>
  <p:tag name="KSO_WM_UNIT_INDEX" val="2_1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i*4"/>
  <p:tag name="KSO_WM_UNIT_LAYERLEVEL" val="1"/>
  <p:tag name="KSO_WM_TAG_VERSION" val="3.0"/>
  <p:tag name="KSO_WM_BEAUTIFY_FLAG" val="#wm#"/>
  <p:tag name="KSO_WM_UNIT_TYPE" val="i"/>
  <p:tag name="KSO_WM_UNIT_INDEX" val="4"/>
  <p:tag name="KSO_WM_UNIT_ISNUMDGMTITLE" val="0"/>
  <p:tag name="KSO_WM_UNIT_NOCLEAR" val="0"/>
  <p:tag name="KSO_WM_TEMPLATE_INDEX" val="40490532"/>
  <p:tag name="KSO_WM_TEMPLATE_CATEGORY" val="custom"/>
</p:tagLst>
</file>

<file path=ppt/tags/tag37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5*i*1"/>
  <p:tag name="KSO_WM_UNIT_LAYERLEVEL" val="1"/>
  <p:tag name="KSO_WM_TAG_VERSION" val="3.0"/>
  <p:tag name="KSO_WM_UNIT_TYPE" val="i"/>
  <p:tag name="KSO_WM_UNIT_INDEX" val="1"/>
  <p:tag name="KSO_WM_UNIT_ISNUMDGMTITLE" val="0"/>
  <p:tag name="KSO_WM_UNIT_NOCLEAR" val="0"/>
  <p:tag name="KSO_WM_TEMPLATE_INDEX" val="40490532"/>
  <p:tag name="KSO_WM_TEMPLATE_CATEGORY" val="custom"/>
</p:tagLst>
</file>

<file path=ppt/tags/tag38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5*i*2"/>
  <p:tag name="KSO_WM_UNIT_LAYERLEVEL" val="1"/>
  <p:tag name="KSO_WM_TAG_VERSION" val="3.0"/>
  <p:tag name="KSO_WM_UNIT_TYPE" val="i"/>
  <p:tag name="KSO_WM_UNIT_INDEX" val="2"/>
  <p:tag name="KSO_WM_UNIT_ISNUMDGMTITLE" val="0"/>
  <p:tag name="KSO_WM_UNIT_NOCLEAR" val="0"/>
  <p:tag name="KSO_WM_TEMPLATE_INDEX" val="40490532"/>
  <p:tag name="KSO_WM_TEMPLATE_CATEGORY" val="custom"/>
</p:tagLst>
</file>

<file path=ppt/tags/tag39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5*i*3"/>
  <p:tag name="KSO_WM_UNIT_LAYERLEVEL" val="1"/>
  <p:tag name="KSO_WM_TAG_VERSION" val="3.0"/>
  <p:tag name="KSO_WM_UNIT_CONTENT_GROUP_TYPE" val="titlestyle"/>
  <p:tag name="KSO_WM_UNIT_TYPE" val="i"/>
  <p:tag name="KSO_WM_UNIT_INDEX" val="3"/>
  <p:tag name="KSO_WM_UNIT_ISNUMDGMTITLE" val="0"/>
  <p:tag name="KSO_WM_UNIT_NOCLEAR" val="0"/>
  <p:tag name="KSO_WM_TEMPLATE_INDEX" val="40490532"/>
  <p:tag name="KSO_WM_TEMPLATE_CATEGORY" val="custom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3.0"/>
  <p:tag name="KSO_WM_BEAUTIFY_FLAG" val="#wm#"/>
  <p:tag name="KSO_WM_UNIT_ISNUMDGMTITLE" val="0"/>
  <p:tag name="KSO_WM_UNIT_NOCLEAR" val="0"/>
  <p:tag name="KSO_WM_TEMPLATE_INDEX" val="40490532"/>
  <p:tag name="KSO_WM_TEMPLATE_CATEGORY" val="custom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3.0"/>
  <p:tag name="KSO_WM_BEAUTIFY_FLAG" val="#wm#"/>
  <p:tag name="KSO_WM_UNIT_ISNUMDGMTITLE" val="0"/>
  <p:tag name="KSO_WM_UNIT_NOCLEAR" val="0"/>
  <p:tag name="KSO_WM_TEMPLATE_INDEX" val="40490532"/>
  <p:tag name="KSO_WM_TEMPLATE_CATEGORY" val="custom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3.0"/>
  <p:tag name="KSO_WM_BEAUTIFY_FLAG" val="#wm#"/>
  <p:tag name="KSO_WM_UNIT_ISNUMDGMTITLE" val="0"/>
  <p:tag name="KSO_WM_UNIT_NOCLEAR" val="0"/>
  <p:tag name="KSO_WM_TEMPLATE_INDEX" val="40490532"/>
  <p:tag name="KSO_WM_TEMPLATE_CATEGORY" val="custom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a*1"/>
  <p:tag name="KSO_WM_UNIT_LAYERLEVEL" val="1"/>
  <p:tag name="KSO_WM_TAG_VERSION" val="1.0"/>
  <p:tag name="KSO_WM_BEAUTIFY_FLAG" val="#wm#"/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TYPE" val="a"/>
  <p:tag name="KSO_WM_UNIT_INDEX" val="1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i*3"/>
  <p:tag name="KSO_WM_UNIT_LAYERLEVEL" val="1"/>
  <p:tag name="KSO_WM_TAG_VERSION" val="3.0"/>
  <p:tag name="KSO_WM_BEAUTIFY_FLAG" val="#wm#"/>
  <p:tag name="KSO_WM_UNIT_TYPE" val="i"/>
  <p:tag name="KSO_WM_UNIT_INDEX" val="3"/>
  <p:tag name="KSO_WM_UNIT_ISNUMDGMTITLE" val="0"/>
  <p:tag name="KSO_WM_UNIT_NOCLEAR" val="0"/>
  <p:tag name="KSO_WM_TEMPLATE_INDEX" val="40490532"/>
  <p:tag name="KSO_WM_TEMPLATE_CATEGORY" val="custom"/>
</p:tagLst>
</file>

<file path=ppt/tags/tag45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6*i*1"/>
  <p:tag name="KSO_WM_UNIT_LAYERLEVEL" val="1"/>
  <p:tag name="KSO_WM_TAG_VERSION" val="3.0"/>
  <p:tag name="KSO_WM_UNIT_TYPE" val="i"/>
  <p:tag name="KSO_WM_UNIT_INDEX" val="1"/>
  <p:tag name="KSO_WM_UNIT_ISNUMDGMTITLE" val="0"/>
  <p:tag name="KSO_WM_UNIT_NOCLEAR" val="0"/>
  <p:tag name="KSO_WM_TEMPLATE_INDEX" val="40490532"/>
  <p:tag name="KSO_WM_TEMPLATE_CATEGORY" val="custom"/>
</p:tagLst>
</file>

<file path=ppt/tags/tag46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6*i*2"/>
  <p:tag name="KSO_WM_UNIT_LAYERLEVEL" val="1"/>
  <p:tag name="KSO_WM_TAG_VERSION" val="3.0"/>
  <p:tag name="KSO_WM_UNIT_TYPE" val="i"/>
  <p:tag name="KSO_WM_UNIT_INDEX" val="2"/>
  <p:tag name="KSO_WM_UNIT_ISNUMDGMTITLE" val="0"/>
  <p:tag name="KSO_WM_UNIT_NOCLEAR" val="0"/>
  <p:tag name="KSO_WM_TEMPLATE_INDEX" val="40490532"/>
  <p:tag name="KSO_WM_TEMPLATE_CATEGORY" val="custom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3.0"/>
  <p:tag name="KSO_WM_BEAUTIFY_FLAG" val="#wm#"/>
  <p:tag name="KSO_WM_UNIT_ISNUMDGMTITLE" val="0"/>
  <p:tag name="KSO_WM_UNIT_NOCLEAR" val="0"/>
  <p:tag name="KSO_WM_TEMPLATE_INDEX" val="40490532"/>
  <p:tag name="KSO_WM_TEMPLATE_CATEGORY" val="custom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3.0"/>
  <p:tag name="KSO_WM_BEAUTIFY_FLAG" val="#wm#"/>
  <p:tag name="KSO_WM_UNIT_ISNUMDGMTITLE" val="0"/>
  <p:tag name="KSO_WM_UNIT_NOCLEAR" val="0"/>
  <p:tag name="KSO_WM_TEMPLATE_INDEX" val="40490532"/>
  <p:tag name="KSO_WM_TEMPLATE_CATEGORY" val="custom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3.0"/>
  <p:tag name="KSO_WM_BEAUTIFY_FLAG" val="#wm#"/>
  <p:tag name="KSO_WM_UNIT_ISNUMDGMTITLE" val="0"/>
  <p:tag name="KSO_WM_UNIT_NOCLEAR" val="0"/>
  <p:tag name="KSO_WM_TEMPLATE_INDEX" val="40490532"/>
  <p:tag name="KSO_WM_TEMPLATE_CATEGORY" val="custom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i*3"/>
  <p:tag name="KSO_WM_UNIT_LAYERLEVEL" val="1"/>
  <p:tag name="KSO_WM_TAG_VERSION" val="3.0"/>
  <p:tag name="KSO_WM_BEAUTIFY_FLAG" val="#wm#"/>
  <p:tag name="KSO_WM_UNIT_TYPE" val="i"/>
  <p:tag name="KSO_WM_UNIT_INDEX" val="3"/>
  <p:tag name="KSO_WM_UNIT_ISNUMDGMTITLE" val="0"/>
  <p:tag name="KSO_WM_UNIT_NOCLEAR" val="0"/>
  <p:tag name="KSO_WM_TEMPLATE_INDEX" val="40490532"/>
  <p:tag name="KSO_WM_TEMPLATE_CATEGORY" val="custom"/>
</p:tagLst>
</file>

<file path=ppt/tags/tag51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7*i*1"/>
  <p:tag name="KSO_WM_UNIT_LAYERLEVEL" val="1"/>
  <p:tag name="KSO_WM_TAG_VERSION" val="3.0"/>
  <p:tag name="KSO_WM_UNIT_TYPE" val="i"/>
  <p:tag name="KSO_WM_UNIT_INDEX" val="1"/>
  <p:tag name="KSO_WM_UNIT_ISNUMDGMTITLE" val="0"/>
  <p:tag name="KSO_WM_UNIT_NOCLEAR" val="0"/>
  <p:tag name="KSO_WM_TEMPLATE_INDEX" val="40490532"/>
  <p:tag name="KSO_WM_TEMPLATE_CATEGORY" val="custom"/>
</p:tagLst>
</file>

<file path=ppt/tags/tag52.xml><?xml version="1.0" encoding="utf-8"?>
<p:tagLst xmlns:p="http://schemas.openxmlformats.org/presentationml/2006/main">
  <p:tag name="KSO_WM_UNIT_SUBTYPE" val="a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7*f*1"/>
  <p:tag name="KSO_WM_UNIT_LAYERLEVEL" val="1"/>
  <p:tag name="KSO_WM_TAG_VERSION" val="3.0"/>
  <p:tag name="KSO_WM_BEAUTIFY_FLAG" val="#wm#"/>
  <p:tag name="KSO_WM_UNIT_PRESET_TEXT" val="单击此处编辑母版文本样式&#10;第二级&#10;第三级&#10;第四级&#10;第五级"/>
  <p:tag name="KSO_WM_UNIT_ISNUMDGMTITLE" val="0"/>
  <p:tag name="KSO_WM_TEMPLATE_INDEX" val="40490532"/>
  <p:tag name="KSO_WM_TEMPLATE_CATEGORY" val="custom"/>
</p:tagLst>
</file>

<file path=ppt/tags/tag53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7*i*2"/>
  <p:tag name="KSO_WM_UNIT_LAYERLEVEL" val="1"/>
  <p:tag name="KSO_WM_TAG_VERSION" val="3.0"/>
  <p:tag name="KSO_WM_UNIT_TYPE" val="i"/>
  <p:tag name="KSO_WM_UNIT_INDEX" val="2"/>
  <p:tag name="KSO_WM_UNIT_ISNUMDGMTITLE" val="0"/>
  <p:tag name="KSO_WM_UNIT_NOCLEAR" val="0"/>
  <p:tag name="KSO_WM_TEMPLATE_INDEX" val="40490532"/>
  <p:tag name="KSO_WM_TEMPLATE_CATEGORY" val="custom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3.0"/>
  <p:tag name="KSO_WM_BEAUTIFY_FLAG" val="#wm#"/>
  <p:tag name="KSO_WM_UNIT_ISNUMDGMTITLE" val="0"/>
  <p:tag name="KSO_WM_UNIT_NOCLEAR" val="0"/>
  <p:tag name="KSO_WM_TEMPLATE_INDEX" val="40490532"/>
  <p:tag name="KSO_WM_TEMPLATE_CATEGORY" val="custom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3.0"/>
  <p:tag name="KSO_WM_BEAUTIFY_FLAG" val="#wm#"/>
  <p:tag name="KSO_WM_UNIT_ISNUMDGMTITLE" val="0"/>
  <p:tag name="KSO_WM_UNIT_NOCLEAR" val="0"/>
  <p:tag name="KSO_WM_TEMPLATE_INDEX" val="40490532"/>
  <p:tag name="KSO_WM_TEMPLATE_CATEGORY" val="custom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3.0"/>
  <p:tag name="KSO_WM_BEAUTIFY_FLAG" val="#wm#"/>
  <p:tag name="KSO_WM_UNIT_ISNUMDGMTITLE" val="0"/>
  <p:tag name="KSO_WM_UNIT_NOCLEAR" val="0"/>
  <p:tag name="KSO_WM_TEMPLATE_INDEX" val="40490532"/>
  <p:tag name="KSO_WM_TEMPLATE_CATEGORY" val="custom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i*4"/>
  <p:tag name="KSO_WM_UNIT_LAYERLEVEL" val="1"/>
  <p:tag name="KSO_WM_TAG_VERSION" val="3.0"/>
  <p:tag name="KSO_WM_BEAUTIFY_FLAG" val="#wm#"/>
  <p:tag name="KSO_WM_UNIT_TYPE" val="i"/>
  <p:tag name="KSO_WM_UNIT_INDEX" val="4"/>
  <p:tag name="KSO_WM_UNIT_ISNUMDGMTITLE" val="0"/>
  <p:tag name="KSO_WM_UNIT_NOCLEAR" val="0"/>
  <p:tag name="KSO_WM_TEMPLATE_INDEX" val="40490532"/>
  <p:tag name="KSO_WM_TEMPLATE_CATEGORY" val="custom"/>
</p:tagLst>
</file>

<file path=ppt/tags/tag58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8*i*1"/>
  <p:tag name="KSO_WM_UNIT_LAYERLEVEL" val="1"/>
  <p:tag name="KSO_WM_TAG_VERSION" val="3.0"/>
  <p:tag name="KSO_WM_UNIT_TYPE" val="i"/>
  <p:tag name="KSO_WM_UNIT_INDEX" val="1"/>
  <p:tag name="KSO_WM_UNIT_ISNUMDGMTITLE" val="0"/>
  <p:tag name="KSO_WM_UNIT_NOCLEAR" val="0"/>
  <p:tag name="KSO_WM_TEMPLATE_INDEX" val="40490532"/>
  <p:tag name="KSO_WM_TEMPLATE_CATEGORY" val="custom"/>
</p:tagLst>
</file>

<file path=ppt/tags/tag59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8*i*2"/>
  <p:tag name="KSO_WM_UNIT_LAYERLEVEL" val="1"/>
  <p:tag name="KSO_WM_TAG_VERSION" val="3.0"/>
  <p:tag name="KSO_WM_UNIT_TYPE" val="i"/>
  <p:tag name="KSO_WM_UNIT_INDEX" val="2"/>
  <p:tag name="KSO_WM_UNIT_ISNUMDGMTITLE" val="0"/>
  <p:tag name="KSO_WM_UNIT_NOCLEAR" val="0"/>
  <p:tag name="KSO_WM_TEMPLATE_INDEX" val="40490532"/>
  <p:tag name="KSO_WM_TEMPLATE_CATEGORY" val="custom"/>
</p:tagLst>
</file>

<file path=ppt/tags/tag60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8*i*3"/>
  <p:tag name="KSO_WM_UNIT_LAYERLEVEL" val="1"/>
  <p:tag name="KSO_WM_TAG_VERSION" val="3.0"/>
  <p:tag name="KSO_WM_UNIT_CONTENT_GROUP_TYPE" val="titlestyle"/>
  <p:tag name="KSO_WM_UNIT_TYPE" val="i"/>
  <p:tag name="KSO_WM_UNIT_INDEX" val="3"/>
  <p:tag name="KSO_WM_UNIT_ISNUMDGMTITLE" val="0"/>
  <p:tag name="KSO_WM_UNIT_NOCLEAR" val="0"/>
  <p:tag name="KSO_WM_TEMPLATE_INDEX" val="40490532"/>
  <p:tag name="KSO_WM_TEMPLATE_CATEGORY" val="custom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3.0"/>
  <p:tag name="KSO_WM_BEAUTIFY_FLAG" val="#wm#"/>
  <p:tag name="KSO_WM_UNIT_ISNUMDGMTITLE" val="0"/>
  <p:tag name="KSO_WM_UNIT_NOCLEAR" val="0"/>
  <p:tag name="KSO_WM_TEMPLATE_INDEX" val="40490532"/>
  <p:tag name="KSO_WM_TEMPLATE_CATEGORY" val="custom"/>
</p:tagLst>
</file>

<file path=ppt/tags/tag6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3.0"/>
  <p:tag name="KSO_WM_BEAUTIFY_FLAG" val="#wm#"/>
  <p:tag name="KSO_WM_UNIT_ISNUMDGMTITLE" val="0"/>
  <p:tag name="KSO_WM_UNIT_NOCLEAR" val="0"/>
  <p:tag name="KSO_WM_TEMPLATE_INDEX" val="40490532"/>
  <p:tag name="KSO_WM_TEMPLATE_CATEGORY" val="custom"/>
</p:tagLst>
</file>

<file path=ppt/tags/tag6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3.0"/>
  <p:tag name="KSO_WM_BEAUTIFY_FLAG" val="#wm#"/>
  <p:tag name="KSO_WM_UNIT_ISNUMDGMTITLE" val="0"/>
  <p:tag name="KSO_WM_UNIT_NOCLEAR" val="0"/>
  <p:tag name="KSO_WM_TEMPLATE_INDEX" val="40490532"/>
  <p:tag name="KSO_WM_TEMPLATE_CATEGORY" val="custom"/>
</p:tagLst>
</file>

<file path=ppt/tags/tag6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b*1"/>
  <p:tag name="KSO_WM_UNIT_LAYERLEVEL" val="1"/>
  <p:tag name="KSO_WM_TAG_VERSION" val="1.0"/>
  <p:tag name="KSO_WM_BEAUTIFY_FLAG" val="#wm#"/>
  <p:tag name="KSO_WM_UNIT_ISCONTENTSTITLE" val="0"/>
  <p:tag name="KSO_WM_UNIT_ISNUMDGMTITLE" val="0"/>
  <p:tag name="KSO_WM_UNIT_PRESET_TEXT" val="单击此处编辑母版副标题样式"/>
  <p:tag name="KSO_WM_UNIT_NOCLEAR" val="0"/>
  <p:tag name="KSO_WM_UNIT_VALUE" val="40"/>
  <p:tag name="KSO_WM_UNIT_TYPE" val="b"/>
  <p:tag name="KSO_WM_UNIT_INDEX" val="1"/>
</p:tagLst>
</file>

<file path=ppt/tags/tag6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i*9"/>
  <p:tag name="KSO_WM_UNIT_LAYERLEVEL" val="1"/>
  <p:tag name="KSO_WM_TAG_VERSION" val="3.0"/>
  <p:tag name="KSO_WM_BEAUTIFY_FLAG" val="#wm#"/>
  <p:tag name="KSO_WM_UNIT_TYPE" val="i"/>
  <p:tag name="KSO_WM_UNIT_INDEX" val="9"/>
  <p:tag name="KSO_WM_UNIT_ISNUMDGMTITLE" val="0"/>
  <p:tag name="KSO_WM_UNIT_NOCLEAR" val="0"/>
  <p:tag name="KSO_WM_TEMPLATE_INDEX" val="40490532"/>
  <p:tag name="KSO_WM_TEMPLATE_CATEGORY" val="custom"/>
</p:tagLst>
</file>

<file path=ppt/tags/tag66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_9*i*1"/>
  <p:tag name="KSO_WM_UNIT_LAYERLEVEL" val="1"/>
  <p:tag name="KSO_WM_TAG_VERSION" val="3.0"/>
  <p:tag name="KSO_WM_UNIT_ISNUMDGMTITLE" val="0"/>
  <p:tag name="KSO_WM_UNIT_NOCLEAR" val="0"/>
  <p:tag name="KSO_WM_TEMPLATE_INDEX" val="40490532"/>
  <p:tag name="KSO_WM_TEMPLATE_CATEGORY" val="custom"/>
</p:tagLst>
</file>

<file path=ppt/tags/tag67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"/>
  <p:tag name="KSO_WM_UNIT_ID" val="_9*i*2"/>
  <p:tag name="KSO_WM_UNIT_LAYERLEVEL" val="1"/>
  <p:tag name="KSO_WM_TAG_VERSION" val="3.0"/>
  <p:tag name="KSO_WM_UNIT_ISNUMDGMTITLE" val="0"/>
  <p:tag name="KSO_WM_UNIT_NOCLEAR" val="0"/>
  <p:tag name="KSO_WM_TEMPLATE_INDEX" val="40490532"/>
  <p:tag name="KSO_WM_TEMPLATE_CATEGORY" val="custom"/>
</p:tagLst>
</file>

<file path=ppt/tags/tag68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3"/>
  <p:tag name="KSO_WM_UNIT_ID" val="_9*i*3"/>
  <p:tag name="KSO_WM_UNIT_LAYERLEVEL" val="1"/>
  <p:tag name="KSO_WM_TAG_VERSION" val="3.0"/>
  <p:tag name="KSO_WM_UNIT_ISNUMDGMTITLE" val="0"/>
  <p:tag name="KSO_WM_UNIT_NOCLEAR" val="0"/>
  <p:tag name="KSO_WM_TEMPLATE_INDEX" val="40490532"/>
  <p:tag name="KSO_WM_TEMPLATE_CATEGORY" val="custom"/>
</p:tagLst>
</file>

<file path=ppt/tags/tag69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4"/>
  <p:tag name="KSO_WM_UNIT_ID" val="_9*i*4"/>
  <p:tag name="KSO_WM_UNIT_LAYERLEVEL" val="1"/>
  <p:tag name="KSO_WM_TAG_VERSION" val="3.0"/>
  <p:tag name="KSO_WM_UNIT_ISNUMDGMTITLE" val="0"/>
  <p:tag name="KSO_WM_UNIT_NOCLEAR" val="0"/>
  <p:tag name="KSO_WM_TEMPLATE_INDEX" val="40490532"/>
  <p:tag name="KSO_WM_TEMPLATE_CATEGORY" val="custom"/>
</p:tagLst>
</file>

<file path=ppt/tags/tag70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5"/>
  <p:tag name="KSO_WM_UNIT_ID" val="_9*i*5"/>
  <p:tag name="KSO_WM_UNIT_LAYERLEVEL" val="1"/>
  <p:tag name="KSO_WM_TAG_VERSION" val="3.0"/>
  <p:tag name="KSO_WM_UNIT_ISNUMDGMTITLE" val="0"/>
  <p:tag name="KSO_WM_UNIT_NOCLEAR" val="0"/>
  <p:tag name="KSO_WM_TEMPLATE_INDEX" val="40490532"/>
  <p:tag name="KSO_WM_TEMPLATE_CATEGORY" val="custom"/>
</p:tagLst>
</file>

<file path=ppt/tags/tag7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3.0"/>
  <p:tag name="KSO_WM_BEAUTIFY_FLAG" val="#wm#"/>
  <p:tag name="KSO_WM_UNIT_ISNUMDGMTITLE" val="0"/>
  <p:tag name="KSO_WM_UNIT_NOCLEAR" val="0"/>
  <p:tag name="KSO_WM_TEMPLATE_INDEX" val="40490532"/>
  <p:tag name="KSO_WM_TEMPLATE_CATEGORY" val="custom"/>
</p:tagLst>
</file>

<file path=ppt/tags/tag7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3.0"/>
  <p:tag name="KSO_WM_BEAUTIFY_FLAG" val="#wm#"/>
  <p:tag name="KSO_WM_UNIT_ISNUMDGMTITLE" val="0"/>
  <p:tag name="KSO_WM_UNIT_NOCLEAR" val="0"/>
  <p:tag name="KSO_WM_TEMPLATE_INDEX" val="40490532"/>
  <p:tag name="KSO_WM_TEMPLATE_CATEGORY" val="custom"/>
</p:tagLst>
</file>

<file path=ppt/tags/tag73.xml><?xml version="1.0" encoding="utf-8"?>
<p:tagLst xmlns:p="http://schemas.openxmlformats.org/presentationml/2006/main">
  <p:tag name="KSO_WM_BEAUTIFY_FLAG" val="#wm#"/>
  <p:tag name="KSO_WM_FIGMA_FLAG" val="#fgm#"/>
  <p:tag name="KSO_WM_UNIT_INDEX" val="1"/>
  <p:tag name="KSO_WM_UNIT_SUBTYPE" val="c"/>
  <p:tag name="KSO_WM_UNIT_TEXT_TYPE" val="1"/>
  <p:tag name="KSO_WM_UNIT_TYPE" val="f"/>
  <p:tag name="KSO_WM_UNIT_ID" val="_9*f*1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532"/>
  <p:tag name="KSO_WM_TEMPLATE_CATEGORY" val="custom"/>
</p:tagLst>
</file>

<file path=ppt/tags/tag7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3.0"/>
  <p:tag name="KSO_WM_BEAUTIFY_FLAG" val="#wm#"/>
  <p:tag name="KSO_WM_UNIT_ISNUMDGMTITLE" val="0"/>
  <p:tag name="KSO_WM_UNIT_NOCLEAR" val="0"/>
  <p:tag name="KSO_WM_TEMPLATE_INDEX" val="40490532"/>
  <p:tag name="KSO_WM_TEMPLATE_CATEGORY" val="custom"/>
</p:tagLst>
</file>

<file path=ppt/tags/tag75.xml><?xml version="1.0" encoding="utf-8"?>
<p:tagLst xmlns:p="http://schemas.openxmlformats.org/presentationml/2006/main">
  <p:tag name="KSO_WM_UNIT_ISCONTENTSTITLE" val="0"/>
  <p:tag name="KSO_WM_BEAUTIFY_FLAG" val="#wm#"/>
  <p:tag name="KSO_WM_FIGMA_FLAG" val="#fgm#"/>
  <p:tag name="KSO_WM_UNIT_INDEX" val="1"/>
  <p:tag name="KSO_WM_UNIT_TEXT_TYPE" val="1"/>
  <p:tag name="KSO_WM_UNIT_TYPE" val="a"/>
  <p:tag name="KSO_WM_LAYOUT_CHECK_HASH" val="613ad8a1e0fa98fc4557a7fca1a5ca3f21e0fc7d"/>
  <p:tag name="KSO_WM_NEWLAYOUT_ID" val="886"/>
  <p:tag name="KSO_WM_UNIT_ID" val="_9*a*1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532"/>
  <p:tag name="KSO_WM_TEMPLATE_CATEGORY" val="custom"/>
</p:tagLst>
</file>

<file path=ppt/tags/tag76.xml><?xml version="1.0" encoding="utf-8"?>
<p:tagLst xmlns:p="http://schemas.openxmlformats.org/presentationml/2006/main">
  <p:tag name="KSO_WM_UNIT_SUBTYPE" val="b"/>
  <p:tag name="KSO_WM_BEAUTIFY_FLAG" val="#wm#"/>
  <p:tag name="KSO_WM_FIGMA_FLAG" val="#fgm#"/>
  <p:tag name="KSO_WM_UNIT_INDEX" val="2"/>
  <p:tag name="KSO_WM_UNIT_TEXT_TYPE" val="1"/>
  <p:tag name="KSO_WM_UNIT_TYPE" val="f"/>
  <p:tag name="KSO_WM_UNIT_ID" val="_9*f*2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532"/>
  <p:tag name="KSO_WM_TEMPLATE_CATEGORY" val="custom"/>
</p:tagLst>
</file>

<file path=ppt/tags/tag7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i*9"/>
  <p:tag name="KSO_WM_UNIT_LAYERLEVEL" val="1"/>
  <p:tag name="KSO_WM_TAG_VERSION" val="3.0"/>
  <p:tag name="KSO_WM_BEAUTIFY_FLAG" val="#wm#"/>
  <p:tag name="KSO_WM_UNIT_TYPE" val="i"/>
  <p:tag name="KSO_WM_UNIT_INDEX" val="9"/>
  <p:tag name="KSO_WM_UNIT_ISNUMDGMTITLE" val="0"/>
  <p:tag name="KSO_WM_UNIT_NOCLEAR" val="0"/>
  <p:tag name="KSO_WM_TEMPLATE_INDEX" val="40490532"/>
  <p:tag name="KSO_WM_TEMPLATE_CATEGORY" val="custom"/>
</p:tagLst>
</file>

<file path=ppt/tags/tag78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10*i*1"/>
  <p:tag name="KSO_WM_UNIT_LAYERLEVEL" val="1"/>
  <p:tag name="KSO_WM_TAG_VERSION" val="3.0"/>
  <p:tag name="KSO_WM_UNIT_TYPE" val="i"/>
  <p:tag name="KSO_WM_UNIT_INDEX" val="1"/>
  <p:tag name="KSO_WM_UNIT_ISNUMDGMTITLE" val="0"/>
  <p:tag name="KSO_WM_UNIT_NOCLEAR" val="0"/>
  <p:tag name="KSO_WM_TEMPLATE_INDEX" val="40490532"/>
  <p:tag name="KSO_WM_TEMPLATE_CATEGORY" val="custom"/>
</p:tagLst>
</file>

<file path=ppt/tags/tag79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10*i*2"/>
  <p:tag name="KSO_WM_UNIT_LAYERLEVEL" val="1"/>
  <p:tag name="KSO_WM_TAG_VERSION" val="3.0"/>
  <p:tag name="KSO_WM_UNIT_TYPE" val="i"/>
  <p:tag name="KSO_WM_UNIT_INDEX" val="2"/>
  <p:tag name="KSO_WM_UNIT_ISNUMDGMTITLE" val="0"/>
  <p:tag name="KSO_WM_UNIT_NOCLEAR" val="0"/>
  <p:tag name="KSO_WM_TEMPLATE_INDEX" val="40490532"/>
  <p:tag name="KSO_WM_TEMPLATE_CATEGORY" val="custom"/>
</p:tagLst>
</file>

<file path=ppt/tags/tag80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10*i*3"/>
  <p:tag name="KSO_WM_UNIT_LAYERLEVEL" val="1"/>
  <p:tag name="KSO_WM_TAG_VERSION" val="3.0"/>
  <p:tag name="KSO_WM_UNIT_TYPE" val="i"/>
  <p:tag name="KSO_WM_UNIT_INDEX" val="3"/>
  <p:tag name="KSO_WM_UNIT_ISNUMDGMTITLE" val="0"/>
  <p:tag name="KSO_WM_UNIT_NOCLEAR" val="0"/>
  <p:tag name="KSO_WM_TEMPLATE_INDEX" val="40490532"/>
  <p:tag name="KSO_WM_TEMPLATE_CATEGORY" val="custom"/>
</p:tagLst>
</file>

<file path=ppt/tags/tag81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10*i*4"/>
  <p:tag name="KSO_WM_UNIT_LAYERLEVEL" val="1"/>
  <p:tag name="KSO_WM_TAG_VERSION" val="3.0"/>
  <p:tag name="KSO_WM_UNIT_TYPE" val="i"/>
  <p:tag name="KSO_WM_UNIT_INDEX" val="4"/>
  <p:tag name="KSO_WM_UNIT_ISNUMDGMTITLE" val="0"/>
  <p:tag name="KSO_WM_UNIT_NOCLEAR" val="0"/>
  <p:tag name="KSO_WM_TEMPLATE_INDEX" val="40490532"/>
  <p:tag name="KSO_WM_TEMPLATE_CATEGORY" val="custom"/>
</p:tagLst>
</file>

<file path=ppt/tags/tag8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i*5"/>
  <p:tag name="KSO_WM_UNIT_LAYERLEVEL" val="1"/>
  <p:tag name="KSO_WM_TAG_VERSION" val="3.0"/>
  <p:tag name="KSO_WM_BEAUTIFY_FLAG" val="#wm#"/>
  <p:tag name="KSO_WM_UNIT_TYPE" val="i"/>
  <p:tag name="KSO_WM_UNIT_INDEX" val="5"/>
  <p:tag name="KSO_WM_UNIT_ISNUMDGMTITLE" val="0"/>
  <p:tag name="KSO_WM_UNIT_NOCLEAR" val="0"/>
  <p:tag name="KSO_WM_TEMPLATE_INDEX" val="40490532"/>
  <p:tag name="KSO_WM_TEMPLATE_CATEGORY" val="custom"/>
</p:tagLst>
</file>

<file path=ppt/tags/tag8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3.0"/>
  <p:tag name="KSO_WM_BEAUTIFY_FLAG" val="#wm#"/>
  <p:tag name="KSO_WM_UNIT_ISNUMDGMTITLE" val="0"/>
  <p:tag name="KSO_WM_UNIT_NOCLEAR" val="0"/>
  <p:tag name="KSO_WM_TEMPLATE_INDEX" val="40490532"/>
  <p:tag name="KSO_WM_TEMPLATE_CATEGORY" val="custom"/>
</p:tagLst>
</file>

<file path=ppt/tags/tag8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3.0"/>
  <p:tag name="KSO_WM_BEAUTIFY_FLAG" val="#wm#"/>
  <p:tag name="KSO_WM_UNIT_ISNUMDGMTITLE" val="0"/>
  <p:tag name="KSO_WM_UNIT_NOCLEAR" val="0"/>
  <p:tag name="KSO_WM_TEMPLATE_INDEX" val="40490532"/>
  <p:tag name="KSO_WM_TEMPLATE_CATEGORY" val="custom"/>
</p:tagLst>
</file>

<file path=ppt/tags/tag8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3.0"/>
  <p:tag name="KSO_WM_BEAUTIFY_FLAG" val="#wm#"/>
  <p:tag name="KSO_WM_UNIT_ISNUMDGMTITLE" val="0"/>
  <p:tag name="KSO_WM_UNIT_NOCLEAR" val="0"/>
  <p:tag name="KSO_WM_TEMPLATE_INDEX" val="40490532"/>
  <p:tag name="KSO_WM_TEMPLATE_CATEGORY" val="custom"/>
</p:tagLst>
</file>

<file path=ppt/tags/tag86.xml><?xml version="1.0" encoding="utf-8"?>
<p:tagLst xmlns:p="http://schemas.openxmlformats.org/presentationml/2006/main">
  <p:tag name="KSO_WM_UNIT_ISCONTENTSTITLE" val="0"/>
  <p:tag name="KSO_WM_BEAUTIFY_FLAG" val="#wm#"/>
  <p:tag name="KSO_WM_FIGMA_FLAG" val="#fgm#"/>
  <p:tag name="KSO_WM_UNIT_INDEX" val="1"/>
  <p:tag name="KSO_WM_UNIT_TEXT_TYPE" val="1"/>
  <p:tag name="KSO_WM_UNIT_TYPE" val="a"/>
  <p:tag name="KSO_WM_LAYOUT_CHECK_HASH" val="faa4d57d8abc9799f78d16dc747437edd82d8826"/>
  <p:tag name="KSO_WM_NEWLAYOUT_ID" val="894"/>
  <p:tag name="KSO_WM_UNIT_ID" val="_10*a*1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532"/>
  <p:tag name="KSO_WM_TEMPLATE_CATEGORY" val="custom"/>
</p:tagLst>
</file>

<file path=ppt/tags/tag87.xml><?xml version="1.0" encoding="utf-8"?>
<p:tagLst xmlns:p="http://schemas.openxmlformats.org/presentationml/2006/main">
  <p:tag name="KSO_WM_BEAUTIFY_FLAG" val="#wm#"/>
  <p:tag name="KSO_WM_FIGMA_FLAG" val="#fgm#"/>
  <p:tag name="KSO_WM_UNIT_INDEX" val="1"/>
  <p:tag name="KSO_WM_UNIT_TYPE" val="e"/>
  <p:tag name="KSO_WM_UNIT_ID" val="_10*e*1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532"/>
  <p:tag name="KSO_WM_TEMPLATE_CATEGORY" val="custom"/>
</p:tagLst>
</file>

<file path=ppt/tags/tag8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i*9"/>
  <p:tag name="KSO_WM_UNIT_LAYERLEVEL" val="1"/>
  <p:tag name="KSO_WM_TAG_VERSION" val="3.0"/>
  <p:tag name="KSO_WM_BEAUTIFY_FLAG" val="#wm#"/>
  <p:tag name="KSO_WM_UNIT_TYPE" val="i"/>
  <p:tag name="KSO_WM_UNIT_INDEX" val="9"/>
  <p:tag name="KSO_WM_UNIT_ISNUMDGMTITLE" val="0"/>
  <p:tag name="KSO_WM_UNIT_NOCLEAR" val="0"/>
  <p:tag name="KSO_WM_TEMPLATE_INDEX" val="40490532"/>
  <p:tag name="KSO_WM_TEMPLATE_CATEGORY" val="custom"/>
</p:tagLst>
</file>

<file path=ppt/tags/tag89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11*i*1"/>
  <p:tag name="KSO_WM_UNIT_LAYERLEVEL" val="1"/>
  <p:tag name="KSO_WM_TAG_VERSION" val="3.0"/>
  <p:tag name="KSO_WM_UNIT_TYPE" val="i"/>
  <p:tag name="KSO_WM_UNIT_INDEX" val="1"/>
  <p:tag name="KSO_WM_UNIT_ISNUMDGMTITLE" val="0"/>
  <p:tag name="KSO_WM_UNIT_NOCLEAR" val="0"/>
  <p:tag name="KSO_WM_TEMPLATE_INDEX" val="40490532"/>
  <p:tag name="KSO_WM_TEMPLATE_CATEGORY" val="custom"/>
</p:tagLst>
</file>

<file path=ppt/tags/tag90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11*i*2"/>
  <p:tag name="KSO_WM_UNIT_LAYERLEVEL" val="1"/>
  <p:tag name="KSO_WM_TAG_VERSION" val="3.0"/>
  <p:tag name="KSO_WM_UNIT_TYPE" val="i"/>
  <p:tag name="KSO_WM_UNIT_INDEX" val="2"/>
  <p:tag name="KSO_WM_UNIT_ISNUMDGMTITLE" val="0"/>
  <p:tag name="KSO_WM_UNIT_NOCLEAR" val="0"/>
  <p:tag name="KSO_WM_TEMPLATE_INDEX" val="40490532"/>
  <p:tag name="KSO_WM_TEMPLATE_CATEGORY" val="custom"/>
</p:tagLst>
</file>

<file path=ppt/tags/tag91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11*i*3"/>
  <p:tag name="KSO_WM_UNIT_LAYERLEVEL" val="1"/>
  <p:tag name="KSO_WM_TAG_VERSION" val="3.0"/>
  <p:tag name="KSO_WM_UNIT_TYPE" val="i"/>
  <p:tag name="KSO_WM_UNIT_INDEX" val="3"/>
  <p:tag name="KSO_WM_UNIT_ISNUMDGMTITLE" val="0"/>
  <p:tag name="KSO_WM_UNIT_NOCLEAR" val="0"/>
  <p:tag name="KSO_WM_TEMPLATE_INDEX" val="40490532"/>
  <p:tag name="KSO_WM_TEMPLATE_CATEGORY" val="custom"/>
</p:tagLst>
</file>

<file path=ppt/tags/tag92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11*i*4"/>
  <p:tag name="KSO_WM_UNIT_LAYERLEVEL" val="1"/>
  <p:tag name="KSO_WM_TAG_VERSION" val="3.0"/>
  <p:tag name="KSO_WM_UNIT_TYPE" val="i"/>
  <p:tag name="KSO_WM_UNIT_INDEX" val="4"/>
  <p:tag name="KSO_WM_UNIT_ISNUMDGMTITLE" val="0"/>
  <p:tag name="KSO_WM_UNIT_NOCLEAR" val="0"/>
  <p:tag name="KSO_WM_TEMPLATE_INDEX" val="40490532"/>
  <p:tag name="KSO_WM_TEMPLATE_CATEGORY" val="custom"/>
</p:tagLst>
</file>

<file path=ppt/tags/tag93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11*i*5"/>
  <p:tag name="KSO_WM_UNIT_LAYERLEVEL" val="1"/>
  <p:tag name="KSO_WM_TAG_VERSION" val="3.0"/>
  <p:tag name="KSO_WM_UNIT_TYPE" val="i"/>
  <p:tag name="KSO_WM_UNIT_INDEX" val="5"/>
  <p:tag name="KSO_WM_UNIT_ISNUMDGMTITLE" val="0"/>
  <p:tag name="KSO_WM_UNIT_NOCLEAR" val="0"/>
  <p:tag name="KSO_WM_TEMPLATE_INDEX" val="40490532"/>
  <p:tag name="KSO_WM_TEMPLATE_CATEGORY" val="custom"/>
</p:tagLst>
</file>

<file path=ppt/tags/tag9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3.0"/>
  <p:tag name="KSO_WM_BEAUTIFY_FLAG" val="#wm#"/>
  <p:tag name="KSO_WM_UNIT_ISNUMDGMTITLE" val="0"/>
  <p:tag name="KSO_WM_UNIT_NOCLEAR" val="0"/>
  <p:tag name="KSO_WM_TEMPLATE_INDEX" val="40490532"/>
  <p:tag name="KSO_WM_TEMPLATE_CATEGORY" val="custom"/>
</p:tagLst>
</file>

<file path=ppt/tags/tag9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3.0"/>
  <p:tag name="KSO_WM_BEAUTIFY_FLAG" val="#wm#"/>
  <p:tag name="KSO_WM_UNIT_ISNUMDGMTITLE" val="0"/>
  <p:tag name="KSO_WM_UNIT_NOCLEAR" val="0"/>
  <p:tag name="KSO_WM_TEMPLATE_INDEX" val="40490532"/>
  <p:tag name="KSO_WM_TEMPLATE_CATEGORY" val="custom"/>
</p:tagLst>
</file>

<file path=ppt/tags/tag9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3.0"/>
  <p:tag name="KSO_WM_BEAUTIFY_FLAG" val="#wm#"/>
  <p:tag name="KSO_WM_UNIT_ISNUMDGMTITLE" val="0"/>
  <p:tag name="KSO_WM_UNIT_NOCLEAR" val="0"/>
  <p:tag name="KSO_WM_TEMPLATE_INDEX" val="40490532"/>
  <p:tag name="KSO_WM_TEMPLATE_CATEGORY" val="custom"/>
</p:tagLst>
</file>

<file path=ppt/tags/tag97.xml><?xml version="1.0" encoding="utf-8"?>
<p:tagLst xmlns:p="http://schemas.openxmlformats.org/presentationml/2006/main">
  <p:tag name="KSO_WM_BEAUTIFY_FLAG" val="#wm#"/>
  <p:tag name="KSO_WM_FIGMA_FLAG" val="#fgm#"/>
  <p:tag name="KSO_WM_UNIT_INDEX" val="1"/>
  <p:tag name="KSO_WM_UNIT_TEXT_TYPE" val="1"/>
  <p:tag name="KSO_WM_UNIT_TYPE" val="b"/>
  <p:tag name="KSO_WM_UNIT_ID" val="_11*b*1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532"/>
  <p:tag name="KSO_WM_TEMPLATE_CATEGORY" val="custom"/>
</p:tagLst>
</file>

<file path=ppt/tags/tag98.xml><?xml version="1.0" encoding="utf-8"?>
<p:tagLst xmlns:p="http://schemas.openxmlformats.org/presentationml/2006/main">
  <p:tag name="KSO_WM_UNIT_ISCONTENTSTITLE" val="0"/>
  <p:tag name="KSO_WM_BEAUTIFY_FLAG" val="#wm#"/>
  <p:tag name="KSO_WM_FIGMA_FLAG" val="#fgm#"/>
  <p:tag name="KSO_WM_UNIT_INDEX" val="1"/>
  <p:tag name="KSO_WM_UNIT_TEXT_TYPE" val="1"/>
  <p:tag name="KSO_WM_UNIT_TYPE" val="a"/>
  <p:tag name="KSO_WM_LAYOUT_CHECK_HASH" val="f6b47fb1a837e4e0994c58723e963d5f54cca02c"/>
  <p:tag name="KSO_WM_NEWLAYOUT_ID" val="898"/>
  <p:tag name="KSO_WM_UNIT_ID" val="_11*a*1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532"/>
  <p:tag name="KSO_WM_TEMPLATE_CATEGORY" val="custom"/>
</p:tagLst>
</file>

<file path=ppt/tags/tag9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  <p:tag name="KSO_WM_UNIT_ISNUMDGMTITLE" val="0"/>
  <p:tag name="KSO_WM_UNIT_NOCLEAR" val="0"/>
  <p:tag name="KSO_WM_TEMPLATE_INDEX" val="40490532"/>
  <p:tag name="KSO_WM_TEMPLATE_CATEGORY" val="custom"/>
</p:tagLst>
</file>

<file path=ppt/tags/tag10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  <p:tag name="KSO_WM_UNIT_ISNUMDGMTITLE" val="0"/>
  <p:tag name="KSO_WM_UNIT_NOCLEAR" val="0"/>
  <p:tag name="KSO_WM_TEMPLATE_INDEX" val="40490532"/>
  <p:tag name="KSO_WM_TEMPLATE_CATEGORY" val="custom"/>
</p:tagLst>
</file>

<file path=ppt/tags/tag10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  <p:tag name="KSO_WM_UNIT_ISNUMDGMTITLE" val="0"/>
  <p:tag name="KSO_WM_UNIT_NOCLEAR" val="0"/>
  <p:tag name="KSO_WM_TEMPLATE_INDEX" val="40490532"/>
  <p:tag name="KSO_WM_TEMPLATE_CATEGORY" val="custom"/>
</p:tagLst>
</file>

<file path=ppt/tags/tag102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EXT_TYPE" val="1"/>
  <p:tag name="KSO_WM_UNIT_TYPE" val="b"/>
</p:tagLst>
</file>

<file path=ppt/tags/tag103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EXT_TYPE" val="1"/>
  <p:tag name="KSO_WM_UNIT_TYPE" val="a"/>
  <p:tag name="KSO_WM_LAYOUT_CHECK_HASH" val="b55e5e235001ef884aa4d75c0b8e094cadce9be9"/>
  <p:tag name="KSO_WM_NEWLAYOUT_ID" val="1"/>
</p:tagLst>
</file>

<file path=ppt/tags/tag104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SUBTYPE" val="d"/>
  <p:tag name="KSO_WM_UNIT_TYPE" val="l_h_i"/>
</p:tagLst>
</file>

<file path=ppt/tags/tag105.xml><?xml version="1.0" encoding="utf-8"?>
<p:tagLst xmlns:p="http://schemas.openxmlformats.org/presentationml/2006/main">
  <p:tag name="KSO_WM_FIGMA_DECORATION_INDEX" val="25"/>
  <p:tag name="$PH_EXT" val="2"/>
  <p:tag name="KSO_WM_BEAUTIFY_FLAG" val="#fgm#"/>
  <p:tag name="KSO_WM_DIAGRAM_GROUP_CODE" val="1"/>
  <p:tag name="KSO_WM_FIGMA_FLAG" val="#fgm#"/>
  <p:tag name="KSO_WM_UNIT_INDEX" val="1_1_2"/>
  <p:tag name="KSO_WM_UNIT_TYPE" val="l_h_i"/>
</p:tagLst>
</file>

<file path=ppt/tags/tag106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</p:tagLst>
</file>

<file path=ppt/tags/tag107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SUBTYPE" val="d"/>
  <p:tag name="KSO_WM_UNIT_TYPE" val="l_h_i"/>
</p:tagLst>
</file>

<file path=ppt/tags/tag108.xml><?xml version="1.0" encoding="utf-8"?>
<p:tagLst xmlns:p="http://schemas.openxmlformats.org/presentationml/2006/main">
  <p:tag name="KSO_WM_FIGMA_DECORATION_INDEX" val="25"/>
  <p:tag name="$PH_EXT" val="2"/>
  <p:tag name="KSO_WM_BEAUTIFY_FLAG" val="#fgm#"/>
  <p:tag name="KSO_WM_DIAGRAM_GROUP_CODE" val="1"/>
  <p:tag name="KSO_WM_FIGMA_FLAG" val="#fgm#"/>
  <p:tag name="KSO_WM_UNIT_INDEX" val="1_2_2"/>
  <p:tag name="KSO_WM_UNIT_TYPE" val="l_h_i"/>
</p:tagLst>
</file>

<file path=ppt/tags/tag109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</p:tagLst>
</file>

<file path=ppt/tags/tag110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SUBTYPE" val="d"/>
  <p:tag name="KSO_WM_UNIT_TYPE" val="l_h_i"/>
</p:tagLst>
</file>

<file path=ppt/tags/tag111.xml><?xml version="1.0" encoding="utf-8"?>
<p:tagLst xmlns:p="http://schemas.openxmlformats.org/presentationml/2006/main">
  <p:tag name="KSO_WM_FIGMA_DECORATION_INDEX" val="25"/>
  <p:tag name="$PH_EXT" val="2"/>
  <p:tag name="KSO_WM_BEAUTIFY_FLAG" val="#fgm#"/>
  <p:tag name="KSO_WM_DIAGRAM_GROUP_CODE" val="1"/>
  <p:tag name="KSO_WM_FIGMA_FLAG" val="#fgm#"/>
  <p:tag name="KSO_WM_UNIT_INDEX" val="1_3_2"/>
  <p:tag name="KSO_WM_UNIT_TYPE" val="l_h_i"/>
</p:tagLst>
</file>

<file path=ppt/tags/tag112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a"/>
</p:tagLst>
</file>

<file path=ppt/tags/tag113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4_1"/>
  <p:tag name="KSO_WM_UNIT_SUBTYPE" val="d"/>
  <p:tag name="KSO_WM_UNIT_TYPE" val="l_h_i"/>
</p:tagLst>
</file>

<file path=ppt/tags/tag114.xml><?xml version="1.0" encoding="utf-8"?>
<p:tagLst xmlns:p="http://schemas.openxmlformats.org/presentationml/2006/main">
  <p:tag name="KSO_WM_FIGMA_DECORATION_INDEX" val="25"/>
  <p:tag name="$PH_EXT" val="2"/>
  <p:tag name="KSO_WM_BEAUTIFY_FLAG" val="#fgm#"/>
  <p:tag name="KSO_WM_DIAGRAM_GROUP_CODE" val="1"/>
  <p:tag name="KSO_WM_FIGMA_FLAG" val="#fgm#"/>
  <p:tag name="KSO_WM_UNIT_INDEX" val="1_4_2"/>
  <p:tag name="KSO_WM_UNIT_TYPE" val="l_h_i"/>
</p:tagLst>
</file>

<file path=ppt/tags/tag115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4_1"/>
  <p:tag name="KSO_WM_UNIT_TYPE" val="l_h_a"/>
</p:tagLst>
</file>

<file path=ppt/tags/tag1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3.0"/>
  <p:tag name="KSO_WM_BEAUTIFY_FLAG" val="#wm#"/>
  <p:tag name="KSO_WM_UNIT_ISNUMDGMTITLE" val="0"/>
  <p:tag name="KSO_WM_UNIT_NOCLEAR" val="0"/>
  <p:tag name="KSO_WM_TEMPLATE_INDEX" val="40490532"/>
  <p:tag name="KSO_WM_TEMPLATE_CATEGORY" val="custom"/>
</p:tagLst>
</file>

<file path=ppt/tags/tag1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3.0"/>
  <p:tag name="KSO_WM_BEAUTIFY_FLAG" val="#wm#"/>
  <p:tag name="KSO_WM_UNIT_ISNUMDGMTITLE" val="0"/>
  <p:tag name="KSO_WM_UNIT_NOCLEAR" val="0"/>
  <p:tag name="KSO_WM_TEMPLATE_INDEX" val="40490532"/>
  <p:tag name="KSO_WM_TEMPLATE_CATEGORY" val="custom"/>
</p:tagLst>
</file>

<file path=ppt/tags/tag1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3.0"/>
  <p:tag name="KSO_WM_BEAUTIFY_FLAG" val="#wm#"/>
  <p:tag name="KSO_WM_UNIT_ISNUMDGMTITLE" val="0"/>
  <p:tag name="KSO_WM_UNIT_NOCLEAR" val="0"/>
  <p:tag name="KSO_WM_TEMPLATE_INDEX" val="40490532"/>
  <p:tag name="KSO_WM_TEMPLATE_CATEGORY" val="custom"/>
</p:tagLst>
</file>

<file path=ppt/tags/tag1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a*1"/>
  <p:tag name="KSO_WM_UNIT_LAYERLEVEL" val="1"/>
  <p:tag name="KSO_WM_TAG_VERSION" val="1.0"/>
  <p:tag name="KSO_WM_BEAUTIFY_FLAG" val="#wm#"/>
  <p:tag name="KSO_WM_UNIT_ISCONTENTSTITLE" val="0"/>
  <p:tag name="KSO_WM_UNIT_ISNUMDGMTITLE" val="0"/>
  <p:tag name="KSO_WM_UNIT_PRESET_TEXT" val="单击此处编辑母版标题样式"/>
  <p:tag name="KSO_WM_UNIT_NOCLEAR" val="0"/>
  <p:tag name="KSO_WM_UNIT_TYPE" val="a"/>
  <p:tag name="KSO_WM_UNIT_INDEX" val="1"/>
  <p:tag name="KSO_WM_TEMPLATE_INDEX" val="40490532"/>
  <p:tag name="KSO_WM_TEMPLATE_CATEGORY" val="custom"/>
</p:tagLst>
</file>

<file path=ppt/tags/tag1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f*1"/>
  <p:tag name="KSO_WM_UNIT_LAYERLEVEL" val="1"/>
  <p:tag name="KSO_WM_TAG_VERSION" val="1.0"/>
  <p:tag name="KSO_WM_BEAUTIFY_FLAG" val="#wm#"/>
  <p:tag name="KSO_WM_UNIT_SUBTYPE" val="a"/>
  <p:tag name="KSO_WM_UNIT_PRESET_TEXT" val="单击此处编辑母版文本样式&#10;第二级&#10;第三级&#10;第四级&#10;第五级"/>
  <p:tag name="KSO_WM_UNIT_NOCLEAR" val="0"/>
  <p:tag name="KSO_WM_UNIT_TYPE" val="f"/>
  <p:tag name="KSO_WM_UNIT_INDEX" val="1"/>
  <p:tag name="KSO_WM_TEMPLATE_INDEX" val="40490532"/>
  <p:tag name="KSO_WM_TEMPLATE_CATEGORY" val="custom"/>
</p:tagLst>
</file>

<file path=ppt/tags/tag121.xml><?xml version="1.0" encoding="utf-8"?>
<p:tagLst xmlns:p="http://schemas.openxmlformats.org/presentationml/2006/main">
  <p:tag name="KSO_WM_TEMPLATE_SUBCATEGORY" val="29"/>
  <p:tag name="KSO_WM_BEAUTIFY_FLAG" val="#wm#"/>
  <p:tag name="KSO_WM_TEMPLATE_SLIDE_ID" val="slide_d799d37ec7ee1a76"/>
  <p:tag name="KSO_WM_TEMPLATE_THUMBS_INDEX" val="1、9"/>
  <p:tag name="KSO_WM_TEMPLATE_INDEX" val="40490532"/>
  <p:tag name="KSO_WM_TEMPLATE_CATEGORY" val="custom"/>
  <p:tag name="KSO_WM_TEMPLATE_MASTER_TYPE" val="0"/>
  <p:tag name="KSO_WM_TAG_VERSION" val="3.0"/>
</p:tagLst>
</file>

<file path=ppt/tags/tag122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  <p:tag name="KSO_WM_AITEMPLATE_STYLE_ID" val="69796639949"/>
</p:tagLst>
</file>

<file path=ppt/tags/tag123.xml><?xml version="1.0" encoding="utf-8"?>
<p:tagLst xmlns:p="http://schemas.openxmlformats.org/presentationml/2006/main">
  <p:tag name="KSO_WM_BEAUTIFY_FLAG" val="#wm#"/>
  <p:tag name="KSO_WM_FIGMA_FLAG" val="#fgm#"/>
  <p:tag name="KSO_WM_UNIT_INDEX" val="1"/>
  <p:tag name="KSO_WM_UNIT_SUBTYPE" val="c"/>
  <p:tag name="KSO_WM_UNIT_TEXT_TYPE" val="1"/>
  <p:tag name="KSO_WM_UNIT_TYPE" val="f"/>
  <p:tag name="KSO_WM_UNIT_ID" val="_9*f*1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532"/>
  <p:tag name="KSO_WM_TEMPLATE_CATEGORY" val="custom"/>
  <p:tag name="KSO_WM_UNIT_PRESET_TEXT" val="20XX YEAR"/>
</p:tagLst>
</file>

<file path=ppt/tags/tag124.xml><?xml version="1.0" encoding="utf-8"?>
<p:tagLst xmlns:p="http://schemas.openxmlformats.org/presentationml/2006/main">
  <p:tag name="KSO_WM_UNIT_ISCONTENTSTITLE" val="0"/>
  <p:tag name="KSO_WM_BEAUTIFY_FLAG" val="#wm#"/>
  <p:tag name="KSO_WM_FIGMA_FLAG" val="#fgm#"/>
  <p:tag name="KSO_WM_UNIT_INDEX" val="1"/>
  <p:tag name="KSO_WM_UNIT_TEXT_TYPE" val="1"/>
  <p:tag name="KSO_WM_UNIT_TYPE" val="a"/>
  <p:tag name="KSO_WM_LAYOUT_CHECK_HASH" val="613ad8a1e0fa98fc4557a7fca1a5ca3f21e0fc7d"/>
  <p:tag name="KSO_WM_NEWLAYOUT_ID" val="886"/>
  <p:tag name="KSO_WM_UNIT_ID" val="_9*a*1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532"/>
  <p:tag name="KSO_WM_TEMPLATE_CATEGORY" val="custom"/>
  <p:tag name="KSO_WM_UNIT_PRESET_TEXT" val="单击此处&#10;添加文档标题"/>
</p:tagLst>
</file>

<file path=ppt/tags/tag125.xml><?xml version="1.0" encoding="utf-8"?>
<p:tagLst xmlns:p="http://schemas.openxmlformats.org/presentationml/2006/main">
  <p:tag name="KSO_WM_UNIT_SUBTYPE" val="b"/>
  <p:tag name="KSO_WM_BEAUTIFY_FLAG" val="#wm#"/>
  <p:tag name="KSO_WM_FIGMA_FLAG" val="#fgm#"/>
  <p:tag name="KSO_WM_UNIT_INDEX" val="2"/>
  <p:tag name="KSO_WM_UNIT_TEXT_TYPE" val="1"/>
  <p:tag name="KSO_WM_UNIT_TYPE" val="f"/>
  <p:tag name="KSO_WM_UNIT_ID" val="_9*f*2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532"/>
  <p:tag name="KSO_WM_TEMPLATE_CATEGORY" val="custom"/>
  <p:tag name="KSO_WM_UNIT_PRESET_TEXT" val="BY WPS"/>
</p:tagLst>
</file>

<file path=ppt/tags/tag126.xml><?xml version="1.0" encoding="utf-8"?>
<p:tagLst xmlns:p="http://schemas.openxmlformats.org/presentationml/2006/main">
  <p:tag name="KSO_WM_SLIDE_CONTENT_ORIENTATION" val="left"/>
  <p:tag name="KSO_WM_SLIDE_HAS_MASK" val="0"/>
  <p:tag name="KSO_WM_SLIDE_ITEM_CNT" val="0"/>
  <p:tag name="KSO_WM_SLIDE_TYPE" val="title"/>
  <p:tag name="KSO_WM_TEMPLATE_SUBCATEGORY" val="29"/>
  <p:tag name="KSO_WM_BEAUTIFY_FLAG" val="#wm#"/>
  <p:tag name="KSO_WM_TEMPLATE_SLIDE_ID" val="slide_d799d37ec7ee1a76"/>
  <p:tag name="KSO_WM_TEMPLATE_THUMBS_INDEX" val="1、9"/>
  <p:tag name="KSO_WM_TEMPLATE_INDEX" val="40490532"/>
  <p:tag name="KSO_WM_TEMPLATE_CATEGORY" val="custom"/>
  <p:tag name="KSO_WM_SLIDE_INDEX" val="1"/>
  <p:tag name="KSO_WM_SLIDE_ID" val="custom40490532_1"/>
  <p:tag name="KSO_WM_TEMPLATE_MASTER_TYPE" val="0"/>
  <p:tag name="KSO_WM_SLIDE_LAYOUT" val="a_f"/>
  <p:tag name="KSO_WM_SLIDE_LAYOUT_CNT" val="1_2"/>
  <p:tag name="KSO_WM_TAG_VERSION" val="3.0"/>
</p:tagLst>
</file>

<file path=ppt/tags/tag127.xml><?xml version="1.0" encoding="utf-8"?>
<p:tagLst xmlns:p="http://schemas.openxmlformats.org/presentationml/2006/main">
  <p:tag name="KSO_WM_UNIT_TYPE" val="b"/>
  <p:tag name="KSO_WM_UNIT_INDEX" val="1"/>
  <p:tag name="KSO_WM_BEAUTIFY_FLAG" val="#wm#"/>
  <p:tag name="KSO_WM_TAG_VERSION" val="3.0"/>
</p:tagLst>
</file>

<file path=ppt/tags/tag128.xml><?xml version="1.0" encoding="utf-8"?>
<p:tagLst xmlns:p="http://schemas.openxmlformats.org/presentationml/2006/main">
  <p:tag name="KSO_WM_UNIT_TYPE" val="i"/>
  <p:tag name="KSO_WM_UNIT_INDEX" val="4"/>
  <p:tag name="KSO_WM_BEAUTIFY_FLAG" val="#wm#"/>
  <p:tag name="KSO_WM_TAG_VERSION" val="3.0"/>
</p:tagLst>
</file>

<file path=ppt/tags/tag129.xml><?xml version="1.0" encoding="utf-8"?>
<p:tagLst xmlns:p="http://schemas.openxmlformats.org/presentationml/2006/main">
  <p:tag name="KSO_WM_UNIT_TYPE" val="f"/>
  <p:tag name="KSO_WM_UNIT_INDEX" val="1"/>
  <p:tag name="KSO_WM_BEAUTIFY_FLAG" val="#wm#"/>
  <p:tag name="KSO_WM_TAG_VERSION" val="3.0"/>
</p:tagLst>
</file>

<file path=ppt/tags/tag130.xml><?xml version="1.0" encoding="utf-8"?>
<p:tagLst xmlns:p="http://schemas.openxmlformats.org/presentationml/2006/main">
  <p:tag name="KSO_WM_UNIT_TYPE" val="i"/>
  <p:tag name="KSO_WM_UNIT_INDEX" val="6"/>
  <p:tag name="KSO_WM_BEAUTIFY_FLAG" val="#wm#"/>
  <p:tag name="KSO_WM_TAG_VERSION" val="3.0"/>
</p:tagLst>
</file>

<file path=ppt/tags/tag131.xml><?xml version="1.0" encoding="utf-8"?>
<p:tagLst xmlns:p="http://schemas.openxmlformats.org/presentationml/2006/main">
  <p:tag name="KSO_WM_UNIT_TYPE" val="d"/>
  <p:tag name="KSO_WM_UNIT_INDEX" val="1"/>
  <p:tag name="KSO_WM_BEAUTIFY_FLAG" val="#wm#"/>
  <p:tag name="KSO_WM_TAG_VERSION" val="3.0"/>
</p:tagLst>
</file>

<file path=ppt/tags/tag132.xml><?xml version="1.0" encoding="utf-8"?>
<p:tagLst xmlns:p="http://schemas.openxmlformats.org/presentationml/2006/main">
  <p:tag name="KSO_WM_UNIT_TYPE" val="f"/>
  <p:tag name="KSO_WM_UNIT_INDEX" val="2"/>
  <p:tag name="KSO_WM_BEAUTIFY_FLAG" val="#wm#"/>
  <p:tag name="KSO_WM_TAG_VERSION" val="3.0"/>
</p:tagLst>
</file>

<file path=ppt/tags/tag133.xml><?xml version="1.0" encoding="utf-8"?>
<p:tagLst xmlns:p="http://schemas.openxmlformats.org/presentationml/2006/main">
  <p:tag name="KSO_WM_UNIT_TYPE" val="f"/>
  <p:tag name="KSO_WM_UNIT_INDEX" val="3"/>
  <p:tag name="KSO_WM_BEAUTIFY_FLAG" val="#wm#"/>
  <p:tag name="KSO_WM_TAG_VERSION" val="3.0"/>
</p:tagLst>
</file>

<file path=ppt/tags/tag134.xml><?xml version="1.0" encoding="utf-8"?>
<p:tagLst xmlns:p="http://schemas.openxmlformats.org/presentationml/2006/main">
  <p:tag name="KSO_WM_UNIT_TYPE" val="i"/>
  <p:tag name="KSO_WM_UNIT_INDEX" val="8"/>
  <p:tag name="KSO_WM_BEAUTIFY_FLAG" val="#wm#"/>
  <p:tag name="KSO_WM_TAG_VERSION" val="3.0"/>
</p:tagLst>
</file>

<file path=ppt/tags/tag135.xml><?xml version="1.0" encoding="utf-8"?>
<p:tagLst xmlns:p="http://schemas.openxmlformats.org/presentationml/2006/main">
  <p:tag name="KSO_WM_UNIT_TYPE" val="d"/>
  <p:tag name="KSO_WM_UNIT_INDEX" val="2"/>
  <p:tag name="KSO_WM_BEAUTIFY_FLAG" val="#wm#"/>
  <p:tag name="KSO_WM_TAG_VERSION" val="3.0"/>
</p:tagLst>
</file>

<file path=ppt/tags/tag136.xml><?xml version="1.0" encoding="utf-8"?>
<p:tagLst xmlns:p="http://schemas.openxmlformats.org/presentationml/2006/main">
  <p:tag name="KSO_WM_UNIT_TYPE" val="f"/>
  <p:tag name="KSO_WM_UNIT_INDEX" val="4"/>
  <p:tag name="KSO_WM_BEAUTIFY_FLAG" val="#wm#"/>
  <p:tag name="KSO_WM_TAG_VERSION" val="3.0"/>
</p:tagLst>
</file>

<file path=ppt/tags/tag137.xml><?xml version="1.0" encoding="utf-8"?>
<p:tagLst xmlns:p="http://schemas.openxmlformats.org/presentationml/2006/main">
  <p:tag name="KSO_WM_UNIT_TYPE" val="f"/>
  <p:tag name="KSO_WM_UNIT_INDEX" val="5"/>
  <p:tag name="KSO_WM_BEAUTIFY_FLAG" val="#wm#"/>
  <p:tag name="KSO_WM_TAG_VERSION" val="3.0"/>
</p:tagLst>
</file>

<file path=ppt/tags/tag138.xml><?xml version="1.0" encoding="utf-8"?>
<p:tagLst xmlns:p="http://schemas.openxmlformats.org/presentationml/2006/main">
  <p:tag name="KSO_WM_UNIT_TYPE" val="i"/>
  <p:tag name="KSO_WM_UNIT_INDEX" val="10"/>
  <p:tag name="KSO_WM_BEAUTIFY_FLAG" val="#wm#"/>
  <p:tag name="KSO_WM_TAG_VERSION" val="3.0"/>
</p:tagLst>
</file>

<file path=ppt/tags/tag139.xml><?xml version="1.0" encoding="utf-8"?>
<p:tagLst xmlns:p="http://schemas.openxmlformats.org/presentationml/2006/main">
  <p:tag name="KSO_WM_UNIT_TYPE" val="d"/>
  <p:tag name="KSO_WM_UNIT_INDEX" val="3"/>
  <p:tag name="KSO_WM_BEAUTIFY_FLAG" val="#wm#"/>
  <p:tag name="KSO_WM_TAG_VERSION" val="3.0"/>
</p:tagLst>
</file>

<file path=ppt/tags/tag140.xml><?xml version="1.0" encoding="utf-8"?>
<p:tagLst xmlns:p="http://schemas.openxmlformats.org/presentationml/2006/main">
  <p:tag name="KSO_WM_UNIT_TYPE" val="f"/>
  <p:tag name="KSO_WM_UNIT_INDEX" val="6"/>
  <p:tag name="KSO_WM_BEAUTIFY_FLAG" val="#wm#"/>
  <p:tag name="KSO_WM_TAG_VERSION" val="3.0"/>
</p:tagLst>
</file>

<file path=ppt/tags/tag141.xml><?xml version="1.0" encoding="utf-8"?>
<p:tagLst xmlns:p="http://schemas.openxmlformats.org/presentationml/2006/main">
  <p:tag name="KSO_WM_UNIT_TYPE" val="f"/>
  <p:tag name="KSO_WM_UNIT_INDEX" val="7"/>
  <p:tag name="KSO_WM_BEAUTIFY_FLAG" val="#wm#"/>
  <p:tag name="KSO_WM_TAG_VERSION" val="3.0"/>
</p:tagLst>
</file>

<file path=ppt/tags/tag142.xml><?xml version="1.0" encoding="utf-8"?>
<p:tagLst xmlns:p="http://schemas.openxmlformats.org/presentationml/2006/main">
  <p:tag name="KSO_WM_UNIT_TYPE" val="i"/>
  <p:tag name="KSO_WM_UNIT_INDEX" val="12"/>
  <p:tag name="KSO_WM_BEAUTIFY_FLAG" val="#wm#"/>
  <p:tag name="KSO_WM_TAG_VERSION" val="3.0"/>
</p:tagLst>
</file>

<file path=ppt/tags/tag143.xml><?xml version="1.0" encoding="utf-8"?>
<p:tagLst xmlns:p="http://schemas.openxmlformats.org/presentationml/2006/main">
  <p:tag name="KSO_WM_UNIT_TYPE" val="d"/>
  <p:tag name="KSO_WM_UNIT_INDEX" val="4"/>
  <p:tag name="KSO_WM_BEAUTIFY_FLAG" val="#wm#"/>
  <p:tag name="KSO_WM_TAG_VERSION" val="3.0"/>
</p:tagLst>
</file>

<file path=ppt/tags/tag144.xml><?xml version="1.0" encoding="utf-8"?>
<p:tagLst xmlns:p="http://schemas.openxmlformats.org/presentationml/2006/main">
  <p:tag name="KSO_WM_UNIT_TYPE" val="f"/>
  <p:tag name="KSO_WM_UNIT_INDEX" val="8"/>
  <p:tag name="KSO_WM_BEAUTIFY_FLAG" val="#wm#"/>
  <p:tag name="KSO_WM_TAG_VERSION" val="3.0"/>
</p:tagLst>
</file>

<file path=ppt/tags/tag145.xml><?xml version="1.0" encoding="utf-8"?>
<p:tagLst xmlns:p="http://schemas.openxmlformats.org/presentationml/2006/main">
  <p:tag name="KSO_WM_UNIT_TYPE" val="f"/>
  <p:tag name="KSO_WM_UNIT_INDEX" val="9"/>
  <p:tag name="KSO_WM_BEAUTIFY_FLAG" val="#wm#"/>
  <p:tag name="KSO_WM_TAG_VERSION" val="3.0"/>
</p:tagLst>
</file>

<file path=ppt/tags/tag146.xml><?xml version="1.0" encoding="utf-8"?>
<p:tagLst xmlns:p="http://schemas.openxmlformats.org/presentationml/2006/main">
  <p:tag name="KSO_WM_UNIT_TYPE" val="b"/>
  <p:tag name="KSO_WM_UNIT_INDEX" val="1"/>
  <p:tag name="KSO_WM_BEAUTIFY_FLAG" val="#wm#"/>
  <p:tag name="KSO_WM_TAG_VERSION" val="3.0"/>
</p:tagLst>
</file>

<file path=ppt/tags/tag147.xml><?xml version="1.0" encoding="utf-8"?>
<p:tagLst xmlns:p="http://schemas.openxmlformats.org/presentationml/2006/main">
  <p:tag name="KSO_WM_UNIT_TYPE" val="i"/>
  <p:tag name="KSO_WM_UNIT_INDEX" val="4"/>
  <p:tag name="KSO_WM_BEAUTIFY_FLAG" val="#wm#"/>
  <p:tag name="KSO_WM_TAG_VERSION" val="3.0"/>
</p:tagLst>
</file>

<file path=ppt/tags/tag148.xml><?xml version="1.0" encoding="utf-8"?>
<p:tagLst xmlns:p="http://schemas.openxmlformats.org/presentationml/2006/main">
  <p:tag name="KSO_WM_UNIT_TYPE" val="i"/>
  <p:tag name="KSO_WM_UNIT_INDEX" val="6"/>
  <p:tag name="KSO_WM_BEAUTIFY_FLAG" val="#wm#"/>
  <p:tag name="KSO_WM_TAG_VERSION" val="3.0"/>
</p:tagLst>
</file>

<file path=ppt/tags/tag149.xml><?xml version="1.0" encoding="utf-8"?>
<p:tagLst xmlns:p="http://schemas.openxmlformats.org/presentationml/2006/main">
  <p:tag name="KSO_WM_UNIT_TYPE" val="x"/>
  <p:tag name="KSO_WM_UNIT_INDEX" val="1"/>
  <p:tag name="KSO_WM_BEAUTIFY_FLAG" val="#wm#"/>
  <p:tag name="KSO_WM_TAG_VERSION" val="3.0"/>
</p:tagLst>
</file>

<file path=ppt/tags/tag150.xml><?xml version="1.0" encoding="utf-8"?>
<p:tagLst xmlns:p="http://schemas.openxmlformats.org/presentationml/2006/main">
  <p:tag name="KSO_WM_UNIT_TYPE" val="f"/>
  <p:tag name="KSO_WM_UNIT_INDEX" val="1"/>
  <p:tag name="KSO_WM_BEAUTIFY_FLAG" val="#wm#"/>
  <p:tag name="KSO_WM_TAG_VERSION" val="3.0"/>
</p:tagLst>
</file>

<file path=ppt/tags/tag151.xml><?xml version="1.0" encoding="utf-8"?>
<p:tagLst xmlns:p="http://schemas.openxmlformats.org/presentationml/2006/main">
  <p:tag name="KSO_WM_UNIT_TYPE" val="f"/>
  <p:tag name="KSO_WM_UNIT_INDEX" val="2"/>
  <p:tag name="KSO_WM_BEAUTIFY_FLAG" val="#wm#"/>
  <p:tag name="KSO_WM_TAG_VERSION" val="3.0"/>
</p:tagLst>
</file>

<file path=ppt/tags/tag152.xml><?xml version="1.0" encoding="utf-8"?>
<p:tagLst xmlns:p="http://schemas.openxmlformats.org/presentationml/2006/main">
  <p:tag name="KSO_WM_UNIT_TYPE" val="i"/>
  <p:tag name="KSO_WM_UNIT_INDEX" val="8"/>
  <p:tag name="KSO_WM_BEAUTIFY_FLAG" val="#wm#"/>
  <p:tag name="KSO_WM_TAG_VERSION" val="3.0"/>
</p:tagLst>
</file>

<file path=ppt/tags/tag153.xml><?xml version="1.0" encoding="utf-8"?>
<p:tagLst xmlns:p="http://schemas.openxmlformats.org/presentationml/2006/main">
  <p:tag name="KSO_WM_UNIT_TYPE" val="i"/>
  <p:tag name="KSO_WM_UNIT_INDEX" val="10"/>
  <p:tag name="KSO_WM_BEAUTIFY_FLAG" val="#wm#"/>
  <p:tag name="KSO_WM_TAG_VERSION" val="3.0"/>
</p:tagLst>
</file>

<file path=ppt/tags/tag154.xml><?xml version="1.0" encoding="utf-8"?>
<p:tagLst xmlns:p="http://schemas.openxmlformats.org/presentationml/2006/main">
  <p:tag name="KSO_WM_UNIT_TYPE" val="x"/>
  <p:tag name="KSO_WM_UNIT_INDEX" val="2"/>
  <p:tag name="KSO_WM_BEAUTIFY_FLAG" val="#wm#"/>
  <p:tag name="KSO_WM_TAG_VERSION" val="3.0"/>
</p:tagLst>
</file>

<file path=ppt/tags/tag155.xml><?xml version="1.0" encoding="utf-8"?>
<p:tagLst xmlns:p="http://schemas.openxmlformats.org/presentationml/2006/main">
  <p:tag name="KSO_WM_UNIT_TYPE" val="f"/>
  <p:tag name="KSO_WM_UNIT_INDEX" val="3"/>
  <p:tag name="KSO_WM_BEAUTIFY_FLAG" val="#wm#"/>
  <p:tag name="KSO_WM_TAG_VERSION" val="3.0"/>
</p:tagLst>
</file>

<file path=ppt/tags/tag156.xml><?xml version="1.0" encoding="utf-8"?>
<p:tagLst xmlns:p="http://schemas.openxmlformats.org/presentationml/2006/main">
  <p:tag name="KSO_WM_UNIT_TYPE" val="f"/>
  <p:tag name="KSO_WM_UNIT_INDEX" val="4"/>
  <p:tag name="KSO_WM_BEAUTIFY_FLAG" val="#wm#"/>
  <p:tag name="KSO_WM_TAG_VERSION" val="3.0"/>
</p:tagLst>
</file>

<file path=ppt/tags/tag157.xml><?xml version="1.0" encoding="utf-8"?>
<p:tagLst xmlns:p="http://schemas.openxmlformats.org/presentationml/2006/main">
  <p:tag name="KSO_WM_UNIT_TYPE" val="i"/>
  <p:tag name="KSO_WM_UNIT_INDEX" val="12"/>
  <p:tag name="KSO_WM_BEAUTIFY_FLAG" val="#wm#"/>
  <p:tag name="KSO_WM_TAG_VERSION" val="3.0"/>
</p:tagLst>
</file>

<file path=ppt/tags/tag158.xml><?xml version="1.0" encoding="utf-8"?>
<p:tagLst xmlns:p="http://schemas.openxmlformats.org/presentationml/2006/main">
  <p:tag name="KSO_WM_UNIT_TYPE" val="i"/>
  <p:tag name="KSO_WM_UNIT_INDEX" val="14"/>
  <p:tag name="KSO_WM_BEAUTIFY_FLAG" val="#wm#"/>
  <p:tag name="KSO_WM_TAG_VERSION" val="3.0"/>
</p:tagLst>
</file>

<file path=ppt/tags/tag159.xml><?xml version="1.0" encoding="utf-8"?>
<p:tagLst xmlns:p="http://schemas.openxmlformats.org/presentationml/2006/main">
  <p:tag name="KSO_WM_UNIT_TYPE" val="x"/>
  <p:tag name="KSO_WM_UNIT_INDEX" val="3"/>
  <p:tag name="KSO_WM_BEAUTIFY_FLAG" val="#wm#"/>
  <p:tag name="KSO_WM_TAG_VERSION" val="3.0"/>
</p:tagLst>
</file>

<file path=ppt/tags/tag160.xml><?xml version="1.0" encoding="utf-8"?>
<p:tagLst xmlns:p="http://schemas.openxmlformats.org/presentationml/2006/main">
  <p:tag name="KSO_WM_UNIT_TYPE" val="f"/>
  <p:tag name="KSO_WM_UNIT_INDEX" val="5"/>
  <p:tag name="KSO_WM_BEAUTIFY_FLAG" val="#wm#"/>
  <p:tag name="KSO_WM_TAG_VERSION" val="3.0"/>
</p:tagLst>
</file>

<file path=ppt/tags/tag161.xml><?xml version="1.0" encoding="utf-8"?>
<p:tagLst xmlns:p="http://schemas.openxmlformats.org/presentationml/2006/main">
  <p:tag name="KSO_WM_UNIT_TYPE" val="f"/>
  <p:tag name="KSO_WM_UNIT_INDEX" val="6"/>
  <p:tag name="KSO_WM_BEAUTIFY_FLAG" val="#wm#"/>
  <p:tag name="KSO_WM_TAG_VERSION" val="3.0"/>
</p:tagLst>
</file>

<file path=ppt/tags/tag162.xml><?xml version="1.0" encoding="utf-8"?>
<p:tagLst xmlns:p="http://schemas.openxmlformats.org/presentationml/2006/main">
  <p:tag name="KSO_WM_UNIT_TYPE" val="i"/>
  <p:tag name="KSO_WM_UNIT_INDEX" val="16"/>
  <p:tag name="KSO_WM_BEAUTIFY_FLAG" val="#wm#"/>
  <p:tag name="KSO_WM_TAG_VERSION" val="3.0"/>
</p:tagLst>
</file>

<file path=ppt/tags/tag163.xml><?xml version="1.0" encoding="utf-8"?>
<p:tagLst xmlns:p="http://schemas.openxmlformats.org/presentationml/2006/main">
  <p:tag name="KSO_WM_UNIT_TYPE" val="f"/>
  <p:tag name="KSO_WM_UNIT_INDEX" val="7"/>
  <p:tag name="KSO_WM_BEAUTIFY_FLAG" val="#wm#"/>
  <p:tag name="KSO_WM_TAG_VERSION" val="3.0"/>
</p:tagLst>
</file>

<file path=ppt/tags/tag164.xml><?xml version="1.0" encoding="utf-8"?>
<p:tagLst xmlns:p="http://schemas.openxmlformats.org/presentationml/2006/main">
  <p:tag name="KSO_WM_UNIT_TYPE" val="i"/>
  <p:tag name="KSO_WM_UNIT_INDEX" val="18"/>
  <p:tag name="KSO_WM_BEAUTIFY_FLAG" val="#wm#"/>
  <p:tag name="KSO_WM_TAG_VERSION" val="3.0"/>
</p:tagLst>
</file>

<file path=ppt/tags/tag165.xml><?xml version="1.0" encoding="utf-8"?>
<p:tagLst xmlns:p="http://schemas.openxmlformats.org/presentationml/2006/main">
  <p:tag name="KSO_WM_UNIT_TYPE" val="f"/>
  <p:tag name="KSO_WM_UNIT_INDEX" val="8"/>
  <p:tag name="KSO_WM_BEAUTIFY_FLAG" val="#wm#"/>
  <p:tag name="KSO_WM_TAG_VERSION" val="3.0"/>
</p:tagLst>
</file>

<file path=ppt/tags/tag166.xml><?xml version="1.0" encoding="utf-8"?>
<p:tagLst xmlns:p="http://schemas.openxmlformats.org/presentationml/2006/main">
  <p:tag name="KSO_WM_UNIT_TYPE" val="f"/>
  <p:tag name="KSO_WM_UNIT_INDEX" val="9"/>
  <p:tag name="KSO_WM_BEAUTIFY_FLAG" val="#wm#"/>
  <p:tag name="KSO_WM_TAG_VERSION" val="3.0"/>
</p:tagLst>
</file>

<file path=ppt/tags/tag167.xml><?xml version="1.0" encoding="utf-8"?>
<p:tagLst xmlns:p="http://schemas.openxmlformats.org/presentationml/2006/main">
  <p:tag name="KSO_WM_UNIT_TYPE" val="i"/>
  <p:tag name="KSO_WM_UNIT_INDEX" val="20"/>
  <p:tag name="KSO_WM_BEAUTIFY_FLAG" val="#wm#"/>
  <p:tag name="KSO_WM_TAG_VERSION" val="3.0"/>
</p:tagLst>
</file>

<file path=ppt/tags/tag168.xml><?xml version="1.0" encoding="utf-8"?>
<p:tagLst xmlns:p="http://schemas.openxmlformats.org/presentationml/2006/main">
  <p:tag name="KSO_WM_UNIT_TYPE" val="f"/>
  <p:tag name="KSO_WM_UNIT_INDEX" val="10"/>
  <p:tag name="KSO_WM_BEAUTIFY_FLAG" val="#wm#"/>
  <p:tag name="KSO_WM_TAG_VERSION" val="3.0"/>
</p:tagLst>
</file>

<file path=ppt/tags/tag169.xml><?xml version="1.0" encoding="utf-8"?>
<p:tagLst xmlns:p="http://schemas.openxmlformats.org/presentationml/2006/main">
  <p:tag name="KSO_WM_UNIT_TYPE" val="i"/>
  <p:tag name="KSO_WM_UNIT_INDEX" val="22"/>
  <p:tag name="KSO_WM_BEAUTIFY_FLAG" val="#wm#"/>
  <p:tag name="KSO_WM_TAG_VERSION" val="3.0"/>
</p:tagLst>
</file>

<file path=ppt/tags/tag170.xml><?xml version="1.0" encoding="utf-8"?>
<p:tagLst xmlns:p="http://schemas.openxmlformats.org/presentationml/2006/main">
  <p:tag name="KSO_WM_UNIT_TYPE" val="f"/>
  <p:tag name="KSO_WM_UNIT_INDEX" val="11"/>
  <p:tag name="KSO_WM_BEAUTIFY_FLAG" val="#wm#"/>
  <p:tag name="KSO_WM_TAG_VERSION" val="3.0"/>
</p:tagLst>
</file>

<file path=ppt/tags/tag171.xml><?xml version="1.0" encoding="utf-8"?>
<p:tagLst xmlns:p="http://schemas.openxmlformats.org/presentationml/2006/main">
  <p:tag name="KSO_WM_UNIT_TYPE" val="f"/>
  <p:tag name="KSO_WM_UNIT_INDEX" val="12"/>
  <p:tag name="KSO_WM_BEAUTIFY_FLAG" val="#wm#"/>
  <p:tag name="KSO_WM_TAG_VERSION" val="3.0"/>
</p:tagLst>
</file>

<file path=ppt/tags/tag172.xml><?xml version="1.0" encoding="utf-8"?>
<p:tagLst xmlns:p="http://schemas.openxmlformats.org/presentationml/2006/main">
  <p:tag name="KSO_WM_UNIT_TYPE" val="i"/>
  <p:tag name="KSO_WM_UNIT_INDEX" val="24"/>
  <p:tag name="KSO_WM_BEAUTIFY_FLAG" val="#wm#"/>
  <p:tag name="KSO_WM_TAG_VERSION" val="3.0"/>
</p:tagLst>
</file>

<file path=ppt/tags/tag173.xml><?xml version="1.0" encoding="utf-8"?>
<p:tagLst xmlns:p="http://schemas.openxmlformats.org/presentationml/2006/main">
  <p:tag name="KSO_WM_UNIT_TYPE" val="f"/>
  <p:tag name="KSO_WM_UNIT_INDEX" val="13"/>
  <p:tag name="KSO_WM_BEAUTIFY_FLAG" val="#wm#"/>
  <p:tag name="KSO_WM_TAG_VERSION" val="3.0"/>
</p:tagLst>
</file>

<file path=ppt/tags/tag174.xml><?xml version="1.0" encoding="utf-8"?>
<p:tagLst xmlns:p="http://schemas.openxmlformats.org/presentationml/2006/main">
  <p:tag name="KSO_WM_UNIT_TYPE" val="i"/>
  <p:tag name="KSO_WM_UNIT_INDEX" val="26"/>
  <p:tag name="KSO_WM_BEAUTIFY_FLAG" val="#wm#"/>
  <p:tag name="KSO_WM_TAG_VERSION" val="3.0"/>
</p:tagLst>
</file>

<file path=ppt/tags/tag175.xml><?xml version="1.0" encoding="utf-8"?>
<p:tagLst xmlns:p="http://schemas.openxmlformats.org/presentationml/2006/main">
  <p:tag name="KSO_WM_UNIT_TYPE" val="f"/>
  <p:tag name="KSO_WM_UNIT_INDEX" val="14"/>
  <p:tag name="KSO_WM_BEAUTIFY_FLAG" val="#wm#"/>
  <p:tag name="KSO_WM_TAG_VERSION" val="3.0"/>
</p:tagLst>
</file>

<file path=ppt/tags/tag176.xml><?xml version="1.0" encoding="utf-8"?>
<p:tagLst xmlns:p="http://schemas.openxmlformats.org/presentationml/2006/main">
  <p:tag name="KSO_WM_UNIT_TYPE" val="f"/>
  <p:tag name="KSO_WM_UNIT_INDEX" val="15"/>
  <p:tag name="KSO_WM_BEAUTIFY_FLAG" val="#wm#"/>
  <p:tag name="KSO_WM_TAG_VERSION" val="3.0"/>
</p:tagLst>
</file>

<file path=ppt/tags/tag177.xml><?xml version="1.0" encoding="utf-8"?>
<p:tagLst xmlns:p="http://schemas.openxmlformats.org/presentationml/2006/main">
  <p:tag name="KSO_WM_UNIT_TYPE" val="b"/>
  <p:tag name="KSO_WM_UNIT_INDEX" val="1"/>
  <p:tag name="KSO_WM_BEAUTIFY_FLAG" val="#wm#"/>
  <p:tag name="KSO_WM_TAG_VERSION" val="3.0"/>
</p:tagLst>
</file>

<file path=ppt/tags/tag178.xml><?xml version="1.0" encoding="utf-8"?>
<p:tagLst xmlns:p="http://schemas.openxmlformats.org/presentationml/2006/main">
  <p:tag name="KSO_WM_UNIT_TYPE" val="i"/>
  <p:tag name="KSO_WM_UNIT_INDEX" val="4"/>
  <p:tag name="KSO_WM_BEAUTIFY_FLAG" val="#wm#"/>
  <p:tag name="KSO_WM_TAG_VERSION" val="3.0"/>
</p:tagLst>
</file>

<file path=ppt/tags/tag179.xml><?xml version="1.0" encoding="utf-8"?>
<p:tagLst xmlns:p="http://schemas.openxmlformats.org/presentationml/2006/main">
  <p:tag name="KSO_WM_UNIT_TYPE" val="i"/>
  <p:tag name="KSO_WM_UNIT_INDEX" val="6"/>
  <p:tag name="KSO_WM_BEAUTIFY_FLAG" val="#wm#"/>
  <p:tag name="KSO_WM_TAG_VERSION" val="3.0"/>
</p:tagLst>
</file>

<file path=ppt/tags/tag180.xml><?xml version="1.0" encoding="utf-8"?>
<p:tagLst xmlns:p="http://schemas.openxmlformats.org/presentationml/2006/main">
  <p:tag name="KSO_WM_UNIT_TYPE" val="d"/>
  <p:tag name="KSO_WM_UNIT_INDEX" val="1"/>
  <p:tag name="KSO_WM_BEAUTIFY_FLAG" val="#wm#"/>
  <p:tag name="KSO_WM_TAG_VERSION" val="3.0"/>
</p:tagLst>
</file>

<file path=ppt/tags/tag181.xml><?xml version="1.0" encoding="utf-8"?>
<p:tagLst xmlns:p="http://schemas.openxmlformats.org/presentationml/2006/main">
  <p:tag name="KSO_WM_UNIT_TYPE" val="f"/>
  <p:tag name="KSO_WM_UNIT_INDEX" val="1"/>
  <p:tag name="KSO_WM_BEAUTIFY_FLAG" val="#wm#"/>
  <p:tag name="KSO_WM_TAG_VERSION" val="3.0"/>
</p:tagLst>
</file>

<file path=ppt/tags/tag182.xml><?xml version="1.0" encoding="utf-8"?>
<p:tagLst xmlns:p="http://schemas.openxmlformats.org/presentationml/2006/main">
  <p:tag name="KSO_WM_UNIT_TYPE" val="i"/>
  <p:tag name="KSO_WM_UNIT_INDEX" val="8"/>
  <p:tag name="KSO_WM_BEAUTIFY_FLAG" val="#wm#"/>
  <p:tag name="KSO_WM_TAG_VERSION" val="3.0"/>
</p:tagLst>
</file>

<file path=ppt/tags/tag183.xml><?xml version="1.0" encoding="utf-8"?>
<p:tagLst xmlns:p="http://schemas.openxmlformats.org/presentationml/2006/main">
  <p:tag name="KSO_WM_UNIT_TYPE" val="f"/>
  <p:tag name="KSO_WM_UNIT_INDEX" val="2"/>
  <p:tag name="KSO_WM_BEAUTIFY_FLAG" val="#wm#"/>
  <p:tag name="KSO_WM_TAG_VERSION" val="3.0"/>
</p:tagLst>
</file>

<file path=ppt/tags/tag184.xml><?xml version="1.0" encoding="utf-8"?>
<p:tagLst xmlns:p="http://schemas.openxmlformats.org/presentationml/2006/main">
  <p:tag name="KSO_WM_UNIT_TYPE" val="f"/>
  <p:tag name="KSO_WM_UNIT_INDEX" val="3"/>
  <p:tag name="KSO_WM_BEAUTIFY_FLAG" val="#wm#"/>
  <p:tag name="KSO_WM_TAG_VERSION" val="3.0"/>
</p:tagLst>
</file>

<file path=ppt/tags/tag185.xml><?xml version="1.0" encoding="utf-8"?>
<p:tagLst xmlns:p="http://schemas.openxmlformats.org/presentationml/2006/main">
  <p:tag name="KSO_WM_UNIT_TYPE" val="i"/>
  <p:tag name="KSO_WM_UNIT_INDEX" val="10"/>
  <p:tag name="KSO_WM_BEAUTIFY_FLAG" val="#wm#"/>
  <p:tag name="KSO_WM_TAG_VERSION" val="3.0"/>
</p:tagLst>
</file>

<file path=ppt/tags/tag186.xml><?xml version="1.0" encoding="utf-8"?>
<p:tagLst xmlns:p="http://schemas.openxmlformats.org/presentationml/2006/main">
  <p:tag name="KSO_WM_UNIT_TYPE" val="i"/>
  <p:tag name="KSO_WM_UNIT_INDEX" val="12"/>
  <p:tag name="KSO_WM_BEAUTIFY_FLAG" val="#wm#"/>
  <p:tag name="KSO_WM_TAG_VERSION" val="3.0"/>
</p:tagLst>
</file>

<file path=ppt/tags/tag187.xml><?xml version="1.0" encoding="utf-8"?>
<p:tagLst xmlns:p="http://schemas.openxmlformats.org/presentationml/2006/main">
  <p:tag name="KSO_WM_UNIT_TYPE" val="d"/>
  <p:tag name="KSO_WM_UNIT_INDEX" val="2"/>
  <p:tag name="KSO_WM_BEAUTIFY_FLAG" val="#wm#"/>
  <p:tag name="KSO_WM_TAG_VERSION" val="3.0"/>
</p:tagLst>
</file>

<file path=ppt/tags/tag188.xml><?xml version="1.0" encoding="utf-8"?>
<p:tagLst xmlns:p="http://schemas.openxmlformats.org/presentationml/2006/main">
  <p:tag name="KSO_WM_UNIT_TYPE" val="f"/>
  <p:tag name="KSO_WM_UNIT_INDEX" val="4"/>
  <p:tag name="KSO_WM_BEAUTIFY_FLAG" val="#wm#"/>
  <p:tag name="KSO_WM_TAG_VERSION" val="3.0"/>
</p:tagLst>
</file>

<file path=ppt/tags/tag189.xml><?xml version="1.0" encoding="utf-8"?>
<p:tagLst xmlns:p="http://schemas.openxmlformats.org/presentationml/2006/main">
  <p:tag name="KSO_WM_UNIT_TYPE" val="i"/>
  <p:tag name="KSO_WM_UNIT_INDEX" val="14"/>
  <p:tag name="KSO_WM_BEAUTIFY_FLAG" val="#wm#"/>
  <p:tag name="KSO_WM_TAG_VERSION" val="3.0"/>
</p:tagLst>
</file>

<file path=ppt/tags/tag190.xml><?xml version="1.0" encoding="utf-8"?>
<p:tagLst xmlns:p="http://schemas.openxmlformats.org/presentationml/2006/main">
  <p:tag name="KSO_WM_UNIT_TYPE" val="f"/>
  <p:tag name="KSO_WM_UNIT_INDEX" val="5"/>
  <p:tag name="KSO_WM_BEAUTIFY_FLAG" val="#wm#"/>
  <p:tag name="KSO_WM_TAG_VERSION" val="3.0"/>
</p:tagLst>
</file>

<file path=ppt/tags/tag191.xml><?xml version="1.0" encoding="utf-8"?>
<p:tagLst xmlns:p="http://schemas.openxmlformats.org/presentationml/2006/main">
  <p:tag name="KSO_WM_UNIT_TYPE" val="f"/>
  <p:tag name="KSO_WM_UNIT_INDEX" val="6"/>
  <p:tag name="KSO_WM_BEAUTIFY_FLAG" val="#wm#"/>
  <p:tag name="KSO_WM_TAG_VERSION" val="3.0"/>
</p:tagLst>
</file>

<file path=ppt/tags/tag192.xml><?xml version="1.0" encoding="utf-8"?>
<p:tagLst xmlns:p="http://schemas.openxmlformats.org/presentationml/2006/main">
  <p:tag name="KSO_WM_UNIT_TYPE" val="i"/>
  <p:tag name="KSO_WM_UNIT_INDEX" val="16"/>
  <p:tag name="KSO_WM_BEAUTIFY_FLAG" val="#wm#"/>
  <p:tag name="KSO_WM_TAG_VERSION" val="3.0"/>
</p:tagLst>
</file>

<file path=ppt/tags/tag193.xml><?xml version="1.0" encoding="utf-8"?>
<p:tagLst xmlns:p="http://schemas.openxmlformats.org/presentationml/2006/main">
  <p:tag name="KSO_WM_UNIT_TYPE" val="i"/>
  <p:tag name="KSO_WM_UNIT_INDEX" val="18"/>
  <p:tag name="KSO_WM_BEAUTIFY_FLAG" val="#wm#"/>
  <p:tag name="KSO_WM_TAG_VERSION" val="3.0"/>
</p:tagLst>
</file>

<file path=ppt/tags/tag194.xml><?xml version="1.0" encoding="utf-8"?>
<p:tagLst xmlns:p="http://schemas.openxmlformats.org/presentationml/2006/main">
  <p:tag name="KSO_WM_UNIT_TYPE" val="d"/>
  <p:tag name="KSO_WM_UNIT_INDEX" val="3"/>
  <p:tag name="KSO_WM_BEAUTIFY_FLAG" val="#wm#"/>
  <p:tag name="KSO_WM_TAG_VERSION" val="3.0"/>
</p:tagLst>
</file>

<file path=ppt/tags/tag195.xml><?xml version="1.0" encoding="utf-8"?>
<p:tagLst xmlns:p="http://schemas.openxmlformats.org/presentationml/2006/main">
  <p:tag name="KSO_WM_UNIT_TYPE" val="f"/>
  <p:tag name="KSO_WM_UNIT_INDEX" val="7"/>
  <p:tag name="KSO_WM_BEAUTIFY_FLAG" val="#wm#"/>
  <p:tag name="KSO_WM_TAG_VERSION" val="3.0"/>
</p:tagLst>
</file>

<file path=ppt/tags/tag196.xml><?xml version="1.0" encoding="utf-8"?>
<p:tagLst xmlns:p="http://schemas.openxmlformats.org/presentationml/2006/main">
  <p:tag name="KSO_WM_UNIT_TYPE" val="i"/>
  <p:tag name="KSO_WM_UNIT_INDEX" val="20"/>
  <p:tag name="KSO_WM_BEAUTIFY_FLAG" val="#wm#"/>
  <p:tag name="KSO_WM_TAG_VERSION" val="3.0"/>
</p:tagLst>
</file>

<file path=ppt/tags/tag197.xml><?xml version="1.0" encoding="utf-8"?>
<p:tagLst xmlns:p="http://schemas.openxmlformats.org/presentationml/2006/main">
  <p:tag name="KSO_WM_UNIT_TYPE" val="f"/>
  <p:tag name="KSO_WM_UNIT_INDEX" val="8"/>
  <p:tag name="KSO_WM_BEAUTIFY_FLAG" val="#wm#"/>
  <p:tag name="KSO_WM_TAG_VERSION" val="3.0"/>
</p:tagLst>
</file>

<file path=ppt/tags/tag198.xml><?xml version="1.0" encoding="utf-8"?>
<p:tagLst xmlns:p="http://schemas.openxmlformats.org/presentationml/2006/main">
  <p:tag name="KSO_WM_UNIT_TYPE" val="f"/>
  <p:tag name="KSO_WM_UNIT_INDEX" val="9"/>
  <p:tag name="KSO_WM_BEAUTIFY_FLAG" val="#wm#"/>
  <p:tag name="KSO_WM_TAG_VERSION" val="3.0"/>
</p:tagLst>
</file>

<file path=ppt/tags/tag199.xml><?xml version="1.0" encoding="utf-8"?>
<p:tagLst xmlns:p="http://schemas.openxmlformats.org/presentationml/2006/main">
  <p:tag name="KSO_WM_UNIT_TYPE" val="i"/>
  <p:tag name="KSO_WM_UNIT_INDEX" val="22"/>
  <p:tag name="KSO_WM_BEAUTIFY_FLAG" val="#wm#"/>
  <p:tag name="KSO_WM_TAG_VERSION" val="3.0"/>
</p:tagLst>
</file>

<file path=ppt/tags/tag200.xml><?xml version="1.0" encoding="utf-8"?>
<p:tagLst xmlns:p="http://schemas.openxmlformats.org/presentationml/2006/main">
  <p:tag name="KSO_WM_UNIT_TYPE" val="i"/>
  <p:tag name="KSO_WM_UNIT_INDEX" val="24"/>
  <p:tag name="KSO_WM_BEAUTIFY_FLAG" val="#wm#"/>
  <p:tag name="KSO_WM_TAG_VERSION" val="3.0"/>
</p:tagLst>
</file>

<file path=ppt/tags/tag201.xml><?xml version="1.0" encoding="utf-8"?>
<p:tagLst xmlns:p="http://schemas.openxmlformats.org/presentationml/2006/main">
  <p:tag name="KSO_WM_UNIT_TYPE" val="d"/>
  <p:tag name="KSO_WM_UNIT_INDEX" val="4"/>
  <p:tag name="KSO_WM_BEAUTIFY_FLAG" val="#wm#"/>
  <p:tag name="KSO_WM_TAG_VERSION" val="3.0"/>
</p:tagLst>
</file>

<file path=ppt/tags/tag202.xml><?xml version="1.0" encoding="utf-8"?>
<p:tagLst xmlns:p="http://schemas.openxmlformats.org/presentationml/2006/main">
  <p:tag name="KSO_WM_UNIT_TYPE" val="f"/>
  <p:tag name="KSO_WM_UNIT_INDEX" val="10"/>
  <p:tag name="KSO_WM_BEAUTIFY_FLAG" val="#wm#"/>
  <p:tag name="KSO_WM_TAG_VERSION" val="3.0"/>
</p:tagLst>
</file>

<file path=ppt/tags/tag203.xml><?xml version="1.0" encoding="utf-8"?>
<p:tagLst xmlns:p="http://schemas.openxmlformats.org/presentationml/2006/main">
  <p:tag name="KSO_WM_UNIT_TYPE" val="i"/>
  <p:tag name="KSO_WM_UNIT_INDEX" val="26"/>
  <p:tag name="KSO_WM_BEAUTIFY_FLAG" val="#wm#"/>
  <p:tag name="KSO_WM_TAG_VERSION" val="3.0"/>
</p:tagLst>
</file>

<file path=ppt/tags/tag204.xml><?xml version="1.0" encoding="utf-8"?>
<p:tagLst xmlns:p="http://schemas.openxmlformats.org/presentationml/2006/main">
  <p:tag name="KSO_WM_UNIT_TYPE" val="f"/>
  <p:tag name="KSO_WM_UNIT_INDEX" val="11"/>
  <p:tag name="KSO_WM_BEAUTIFY_FLAG" val="#wm#"/>
  <p:tag name="KSO_WM_TAG_VERSION" val="3.0"/>
</p:tagLst>
</file>

<file path=ppt/tags/tag205.xml><?xml version="1.0" encoding="utf-8"?>
<p:tagLst xmlns:p="http://schemas.openxmlformats.org/presentationml/2006/main">
  <p:tag name="KSO_WM_UNIT_TYPE" val="f"/>
  <p:tag name="KSO_WM_UNIT_INDEX" val="12"/>
  <p:tag name="KSO_WM_BEAUTIFY_FLAG" val="#wm#"/>
  <p:tag name="KSO_WM_TAG_VERSION" val="3.0"/>
</p:tagLst>
</file>

<file path=ppt/tags/tag206.xml><?xml version="1.0" encoding="utf-8"?>
<p:tagLst xmlns:p="http://schemas.openxmlformats.org/presentationml/2006/main">
  <p:tag name="KSO_WM_UNIT_TYPE" val="b"/>
  <p:tag name="KSO_WM_UNIT_INDEX" val="1"/>
  <p:tag name="KSO_WM_BEAUTIFY_FLAG" val="#wm#"/>
  <p:tag name="KSO_WM_TAG_VERSION" val="3.0"/>
</p:tagLst>
</file>

<file path=ppt/tags/tag207.xml><?xml version="1.0" encoding="utf-8"?>
<p:tagLst xmlns:p="http://schemas.openxmlformats.org/presentationml/2006/main">
  <p:tag name="KSO_WM_UNIT_TYPE" val="i"/>
  <p:tag name="KSO_WM_UNIT_INDEX" val="4"/>
  <p:tag name="KSO_WM_BEAUTIFY_FLAG" val="#wm#"/>
  <p:tag name="KSO_WM_TAG_VERSION" val="3.0"/>
</p:tagLst>
</file>

<file path=ppt/tags/tag208.xml><?xml version="1.0" encoding="utf-8"?>
<p:tagLst xmlns:p="http://schemas.openxmlformats.org/presentationml/2006/main">
  <p:tag name="KSO_WM_UNIT_TYPE" val="i"/>
  <p:tag name="KSO_WM_UNIT_INDEX" val="6"/>
  <p:tag name="KSO_WM_BEAUTIFY_FLAG" val="#wm#"/>
  <p:tag name="KSO_WM_TAG_VERSION" val="3.0"/>
</p:tagLst>
</file>

<file path=ppt/tags/tag209.xml><?xml version="1.0" encoding="utf-8"?>
<p:tagLst xmlns:p="http://schemas.openxmlformats.org/presentationml/2006/main">
  <p:tag name="KSO_WM_UNIT_TYPE" val="f"/>
  <p:tag name="KSO_WM_UNIT_INDEX" val="1"/>
  <p:tag name="KSO_WM_BEAUTIFY_FLAG" val="#wm#"/>
  <p:tag name="KSO_WM_TAG_VERSION" val="3.0"/>
</p:tagLst>
</file>

<file path=ppt/tags/tag210.xml><?xml version="1.0" encoding="utf-8"?>
<p:tagLst xmlns:p="http://schemas.openxmlformats.org/presentationml/2006/main">
  <p:tag name="KSO_WM_UNIT_TYPE" val="f"/>
  <p:tag name="KSO_WM_UNIT_INDEX" val="2"/>
  <p:tag name="KSO_WM_BEAUTIFY_FLAG" val="#wm#"/>
  <p:tag name="KSO_WM_TAG_VERSION" val="3.0"/>
</p:tagLst>
</file>

<file path=ppt/tags/tag211.xml><?xml version="1.0" encoding="utf-8"?>
<p:tagLst xmlns:p="http://schemas.openxmlformats.org/presentationml/2006/main">
  <p:tag name="KSO_WM_UNIT_TYPE" val="f"/>
  <p:tag name="KSO_WM_UNIT_INDEX" val="3"/>
  <p:tag name="KSO_WM_BEAUTIFY_FLAG" val="#wm#"/>
  <p:tag name="KSO_WM_TAG_VERSION" val="3.0"/>
</p:tagLst>
</file>

<file path=ppt/tags/tag212.xml><?xml version="1.0" encoding="utf-8"?>
<p:tagLst xmlns:p="http://schemas.openxmlformats.org/presentationml/2006/main">
  <p:tag name="KSO_WM_UNIT_TYPE" val="i"/>
  <p:tag name="KSO_WM_UNIT_INDEX" val="8"/>
  <p:tag name="KSO_WM_BEAUTIFY_FLAG" val="#wm#"/>
  <p:tag name="KSO_WM_TAG_VERSION" val="3.0"/>
</p:tagLst>
</file>

<file path=ppt/tags/tag213.xml><?xml version="1.0" encoding="utf-8"?>
<p:tagLst xmlns:p="http://schemas.openxmlformats.org/presentationml/2006/main">
  <p:tag name="KSO_WM_UNIT_TYPE" val="i"/>
  <p:tag name="KSO_WM_UNIT_INDEX" val="10"/>
  <p:tag name="KSO_WM_BEAUTIFY_FLAG" val="#wm#"/>
  <p:tag name="KSO_WM_TAG_VERSION" val="3.0"/>
</p:tagLst>
</file>

<file path=ppt/tags/tag214.xml><?xml version="1.0" encoding="utf-8"?>
<p:tagLst xmlns:p="http://schemas.openxmlformats.org/presentationml/2006/main">
  <p:tag name="KSO_WM_UNIT_TYPE" val="f"/>
  <p:tag name="KSO_WM_UNIT_INDEX" val="4"/>
  <p:tag name="KSO_WM_BEAUTIFY_FLAG" val="#wm#"/>
  <p:tag name="KSO_WM_TAG_VERSION" val="3.0"/>
</p:tagLst>
</file>

<file path=ppt/tags/tag215.xml><?xml version="1.0" encoding="utf-8"?>
<p:tagLst xmlns:p="http://schemas.openxmlformats.org/presentationml/2006/main">
  <p:tag name="KSO_WM_UNIT_TYPE" val="f"/>
  <p:tag name="KSO_WM_UNIT_INDEX" val="5"/>
  <p:tag name="KSO_WM_BEAUTIFY_FLAG" val="#wm#"/>
  <p:tag name="KSO_WM_TAG_VERSION" val="3.0"/>
</p:tagLst>
</file>

<file path=ppt/tags/tag216.xml><?xml version="1.0" encoding="utf-8"?>
<p:tagLst xmlns:p="http://schemas.openxmlformats.org/presentationml/2006/main">
  <p:tag name="KSO_WM_UNIT_TYPE" val="f"/>
  <p:tag name="KSO_WM_UNIT_INDEX" val="6"/>
  <p:tag name="KSO_WM_BEAUTIFY_FLAG" val="#wm#"/>
  <p:tag name="KSO_WM_TAG_VERSION" val="3.0"/>
</p:tagLst>
</file>

<file path=ppt/tags/tag217.xml><?xml version="1.0" encoding="utf-8"?>
<p:tagLst xmlns:p="http://schemas.openxmlformats.org/presentationml/2006/main">
  <p:tag name="KSO_WM_UNIT_TYPE" val="i"/>
  <p:tag name="KSO_WM_UNIT_INDEX" val="12"/>
  <p:tag name="KSO_WM_BEAUTIFY_FLAG" val="#wm#"/>
  <p:tag name="KSO_WM_TAG_VERSION" val="3.0"/>
</p:tagLst>
</file>

<file path=ppt/tags/tag218.xml><?xml version="1.0" encoding="utf-8"?>
<p:tagLst xmlns:p="http://schemas.openxmlformats.org/presentationml/2006/main">
  <p:tag name="KSO_WM_UNIT_TYPE" val="i"/>
  <p:tag name="KSO_WM_UNIT_INDEX" val="14"/>
  <p:tag name="KSO_WM_BEAUTIFY_FLAG" val="#wm#"/>
  <p:tag name="KSO_WM_TAG_VERSION" val="3.0"/>
</p:tagLst>
</file>

<file path=ppt/tags/tag219.xml><?xml version="1.0" encoding="utf-8"?>
<p:tagLst xmlns:p="http://schemas.openxmlformats.org/presentationml/2006/main">
  <p:tag name="KSO_WM_UNIT_TYPE" val="f"/>
  <p:tag name="KSO_WM_UNIT_INDEX" val="7"/>
  <p:tag name="KSO_WM_BEAUTIFY_FLAG" val="#wm#"/>
  <p:tag name="KSO_WM_TAG_VERSION" val="3.0"/>
</p:tagLst>
</file>

<file path=ppt/tags/tag220.xml><?xml version="1.0" encoding="utf-8"?>
<p:tagLst xmlns:p="http://schemas.openxmlformats.org/presentationml/2006/main">
  <p:tag name="KSO_WM_UNIT_TYPE" val="f"/>
  <p:tag name="KSO_WM_UNIT_INDEX" val="8"/>
  <p:tag name="KSO_WM_BEAUTIFY_FLAG" val="#wm#"/>
  <p:tag name="KSO_WM_TAG_VERSION" val="3.0"/>
</p:tagLst>
</file>

<file path=ppt/tags/tag221.xml><?xml version="1.0" encoding="utf-8"?>
<p:tagLst xmlns:p="http://schemas.openxmlformats.org/presentationml/2006/main">
  <p:tag name="KSO_WM_UNIT_TYPE" val="f"/>
  <p:tag name="KSO_WM_UNIT_INDEX" val="9"/>
  <p:tag name="KSO_WM_BEAUTIFY_FLAG" val="#wm#"/>
  <p:tag name="KSO_WM_TAG_VERSION" val="3.0"/>
</p:tagLst>
</file>

<file path=ppt/tags/tag222.xml><?xml version="1.0" encoding="utf-8"?>
<p:tagLst xmlns:p="http://schemas.openxmlformats.org/presentationml/2006/main">
  <p:tag name="KSO_WM_UNIT_TYPE" val="i"/>
  <p:tag name="KSO_WM_UNIT_INDEX" val="16"/>
  <p:tag name="KSO_WM_BEAUTIFY_FLAG" val="#wm#"/>
  <p:tag name="KSO_WM_TAG_VERSION" val="3.0"/>
</p:tagLst>
</file>

<file path=ppt/tags/tag223.xml><?xml version="1.0" encoding="utf-8"?>
<p:tagLst xmlns:p="http://schemas.openxmlformats.org/presentationml/2006/main">
  <p:tag name="KSO_WM_UNIT_TYPE" val="i"/>
  <p:tag name="KSO_WM_UNIT_INDEX" val="18"/>
  <p:tag name="KSO_WM_BEAUTIFY_FLAG" val="#wm#"/>
  <p:tag name="KSO_WM_TAG_VERSION" val="3.0"/>
</p:tagLst>
</file>

<file path=ppt/tags/tag224.xml><?xml version="1.0" encoding="utf-8"?>
<p:tagLst xmlns:p="http://schemas.openxmlformats.org/presentationml/2006/main">
  <p:tag name="KSO_WM_UNIT_TYPE" val="f"/>
  <p:tag name="KSO_WM_UNIT_INDEX" val="10"/>
  <p:tag name="KSO_WM_BEAUTIFY_FLAG" val="#wm#"/>
  <p:tag name="KSO_WM_TAG_VERSION" val="3.0"/>
</p:tagLst>
</file>

<file path=ppt/tags/tag225.xml><?xml version="1.0" encoding="utf-8"?>
<p:tagLst xmlns:p="http://schemas.openxmlformats.org/presentationml/2006/main">
  <p:tag name="KSO_WM_UNIT_TYPE" val="f"/>
  <p:tag name="KSO_WM_UNIT_INDEX" val="11"/>
  <p:tag name="KSO_WM_BEAUTIFY_FLAG" val="#wm#"/>
  <p:tag name="KSO_WM_TAG_VERSION" val="3.0"/>
</p:tagLst>
</file>

<file path=ppt/tags/tag226.xml><?xml version="1.0" encoding="utf-8"?>
<p:tagLst xmlns:p="http://schemas.openxmlformats.org/presentationml/2006/main">
  <p:tag name="KSO_WM_UNIT_TYPE" val="f"/>
  <p:tag name="KSO_WM_UNIT_INDEX" val="12"/>
  <p:tag name="KSO_WM_BEAUTIFY_FLAG" val="#wm#"/>
  <p:tag name="KSO_WM_TAG_VERSION" val="3.0"/>
</p:tagLst>
</file>

<file path=ppt/tags/tag227.xml><?xml version="1.0" encoding="utf-8"?>
<p:tagLst xmlns:p="http://schemas.openxmlformats.org/presentationml/2006/main">
  <p:tag name="KSO_WM_UNIT_TYPE" val="i"/>
  <p:tag name="KSO_WM_UNIT_INDEX" val="20"/>
  <p:tag name="KSO_WM_BEAUTIFY_FLAG" val="#wm#"/>
  <p:tag name="KSO_WM_TAG_VERSION" val="3.0"/>
</p:tagLst>
</file>

<file path=ppt/tags/tag228.xml><?xml version="1.0" encoding="utf-8"?>
<p:tagLst xmlns:p="http://schemas.openxmlformats.org/presentationml/2006/main">
  <p:tag name="KSO_WM_UNIT_TYPE" val="i"/>
  <p:tag name="KSO_WM_UNIT_INDEX" val="22"/>
  <p:tag name="KSO_WM_BEAUTIFY_FLAG" val="#wm#"/>
  <p:tag name="KSO_WM_TAG_VERSION" val="3.0"/>
</p:tagLst>
</file>

<file path=ppt/tags/tag229.xml><?xml version="1.0" encoding="utf-8"?>
<p:tagLst xmlns:p="http://schemas.openxmlformats.org/presentationml/2006/main">
  <p:tag name="KSO_WM_UNIT_TYPE" val="f"/>
  <p:tag name="KSO_WM_UNIT_INDEX" val="13"/>
  <p:tag name="KSO_WM_BEAUTIFY_FLAG" val="#wm#"/>
  <p:tag name="KSO_WM_TAG_VERSION" val="3.0"/>
</p:tagLst>
</file>

<file path=ppt/tags/tag230.xml><?xml version="1.0" encoding="utf-8"?>
<p:tagLst xmlns:p="http://schemas.openxmlformats.org/presentationml/2006/main">
  <p:tag name="KSO_WM_UNIT_TYPE" val="f"/>
  <p:tag name="KSO_WM_UNIT_INDEX" val="14"/>
  <p:tag name="KSO_WM_BEAUTIFY_FLAG" val="#wm#"/>
  <p:tag name="KSO_WM_TAG_VERSION" val="3.0"/>
</p:tagLst>
</file>

<file path=ppt/tags/tag231.xml><?xml version="1.0" encoding="utf-8"?>
<p:tagLst xmlns:p="http://schemas.openxmlformats.org/presentationml/2006/main">
  <p:tag name="KSO_WM_UNIT_TYPE" val="f"/>
  <p:tag name="KSO_WM_UNIT_INDEX" val="15"/>
  <p:tag name="KSO_WM_BEAUTIFY_FLAG" val="#wm#"/>
  <p:tag name="KSO_WM_TAG_VERSION" val="3.0"/>
</p:tagLst>
</file>

<file path=ppt/tags/tag232.xml><?xml version="1.0" encoding="utf-8"?>
<p:tagLst xmlns:p="http://schemas.openxmlformats.org/presentationml/2006/main">
  <p:tag name="KSO_WPP_MARK_KEY" val="c3235c38-dc6c-4091-b691-4fa6fc6c7e78"/>
  <p:tag name="COMMONDATA" val="eyJoZGlkIjoiNDI5NWRkZTcwODE2MmNjNzQ5MjZmZjg0M2ZhZjlhMjYifQ=="/>
</p:tagLst>
</file>

<file path=ppt/theme/theme1.xml><?xml version="1.0" encoding="utf-8"?>
<a:theme xmlns:a="http://schemas.openxmlformats.org/drawingml/2006/main" name="Office 主题">
  <a:themeElements>
    <a:clrScheme name="自定义 354">
      <a:dk1>
        <a:srgbClr val="000000"/>
      </a:dk1>
      <a:lt1>
        <a:srgbClr val="FFFFFF"/>
      </a:lt1>
      <a:dk2>
        <a:srgbClr val="00557B"/>
      </a:dk2>
      <a:lt2>
        <a:srgbClr val="E8F8FE"/>
      </a:lt2>
      <a:accent1>
        <a:srgbClr val="1B6095"/>
      </a:accent1>
      <a:accent2>
        <a:srgbClr val="1CD656"/>
      </a:accent2>
      <a:accent3>
        <a:srgbClr val="82C252"/>
      </a:accent3>
      <a:accent4>
        <a:srgbClr val="CDD862"/>
      </a:accent4>
      <a:accent5>
        <a:srgbClr val="F3C143"/>
      </a:accent5>
      <a:accent6>
        <a:srgbClr val="FFAF28"/>
      </a:accent6>
      <a:hlink>
        <a:srgbClr val="0563C1"/>
      </a:hlink>
      <a:folHlink>
        <a:srgbClr val="954D72"/>
      </a:folHlink>
    </a:clrScheme>
    <a:fontScheme name="自定义 13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MiSans Normal"/>
        <a:font script="Hebr" typeface="MiSans Norm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MiSans Norm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MiSans Normal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MiSans Normal"/>
        <a:ea typeface=""/>
        <a:cs typeface=""/>
        <a:font script="Jpan" typeface="ＭＳ Ｐゴシック"/>
        <a:font script="Hang" typeface="맑은 고딕"/>
        <a:font script="Hans" typeface="MiSans Normal"/>
        <a:font script="Hant" typeface="新細明體"/>
        <a:font script="Arab" typeface="MiSans Normal"/>
        <a:font script="Hebr" typeface="MiSans Norm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MiSans Norm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687</Words>
  <Application>WPS 演示</Application>
  <PresentationFormat>宽屏</PresentationFormat>
  <Paragraphs>116</Paragraphs>
  <Slides>5</Slides>
  <Notes>2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5</vt:i4>
      </vt:variant>
    </vt:vector>
  </HeadingPairs>
  <TitlesOfParts>
    <vt:vector size="12" baseType="lpstr">
      <vt:lpstr>Arial</vt:lpstr>
      <vt:lpstr>宋体</vt:lpstr>
      <vt:lpstr>Wingdings</vt:lpstr>
      <vt:lpstr>MiSans Normal</vt:lpstr>
      <vt:lpstr>Wingdings</vt:lpstr>
      <vt:lpstr>Microsoft YaHei</vt:lpstr>
      <vt:lpstr>Office 主题</vt:lpstr>
      <vt:lpstr>ProposalForce 项目简报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ProposalForce 项目简报</dc:title>
  <dc:creator/>
  <cp:lastModifiedBy>Administrator</cp:lastModifiedBy>
  <dcterms:created xsi:type="dcterms:W3CDTF">2026-08-06T11:29:12Z</dcterms:created>
  <dcterms:modified xsi:type="dcterms:W3CDTF">2026-08-06T11:29:12Z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2052-12.9.0.25365</vt:lpwstr>
  </property>
  <property fmtid="{D5CDD505-2E9C-101B-9397-08002B2CF9AE}" pid="3" name="ICV">
    <vt:lpwstr>9D685CCB88F1AB500870746A20BC7895_41</vt:lpwstr>
  </property>
  <property fmtid="{D5CDD505-2E9C-101B-9397-08002B2CF9AE}" pid="4" name="KSOTemplateUUID">
    <vt:lpwstr>v1.0_ai_69796639949</vt:lpwstr>
  </property>
  <property fmtid="{D5CDD505-2E9C-101B-9397-08002B2CF9AE}" pid="5" name="intentionCode">
    <vt:lpwstr>kdocs_cowork_generate_html_ppt_topic</vt:lpwstr>
  </property>
  <property fmtid="{D5CDD505-2E9C-101B-9397-08002B2CF9AE}" pid="6" name="KSOAIPPTCode">
    <vt:lpwstr>AmJ/cSqeFkWCqf69ezrCwDM9qGPPHfmFBe7SB69s/iDvrMLeXzs5eR/94IFYskRdyqvi4+EGJsgHpxZQFi4LayJnSfSUEywkc5Cam98ids+basMYRYNk1F8PAXYMnFwW1vgcOHJMHaEUGD45XItMsIYWRJkTKg+316L+v1uAHhLvq7Wy+hSMb3R0NouiR/4spZ1I45LcveU7+2kvkG9yM9FNldBy8RprW8SLFLn1jgLWsPmXYSMqIUyn1WbQ8jK1bMdbOf3sjgWX/Lj0Ht21LHaXwmqRQ86Mc25I5D9fdmLZQy+NwnEwlWhSAhru2sWEqgS4kPpde+vFZUfDUHoQcA==</vt:lpwstr>
  </property>
  <property fmtid="{D5CDD505-2E9C-101B-9397-08002B2CF9AE}" pid="7" name="aipptresult">
    <vt:lpwstr>Y29tcD13cHAsb3Blbl9wb3NpdGlvbj1QUFRfU2tpbGxzLGludGVudGlvbl9jb2RlPWtkb2NzX2Nvd29ya19nZW5lcmF0ZV9odG1sX3BwdF90b3BpYw==</vt:lpwstr>
  </property>
</Properties>
</file>